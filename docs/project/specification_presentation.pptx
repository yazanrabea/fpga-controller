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omments/modernComment_1DC_1E954EE5.xml" ContentType="application/vnd.ms-powerpoint.comments+xml"/>
  <Override PartName="/ppt/notesSlides/notesSlide1.xml" ContentType="application/vnd.openxmlformats-officedocument.presentationml.notesSlide+xml"/>
  <Override PartName="/ppt/comments/modernComment_1DA_3071293A.xml" ContentType="application/vnd.ms-powerpoint.comments+xml"/>
  <Override PartName="/ppt/notesSlides/notesSlide2.xml" ContentType="application/vnd.openxmlformats-officedocument.presentationml.notesSlide+xml"/>
  <Override PartName="/ppt/comments/modernComment_1DE_E6731E29.xml" ContentType="application/vnd.ms-powerpoint.comments+xml"/>
  <Override PartName="/ppt/notesSlides/notesSlide3.xml" ContentType="application/vnd.openxmlformats-officedocument.presentationml.notesSlide+xml"/>
  <Override PartName="/ppt/comments/modernComment_1E0_EAB86A0.xml" ContentType="application/vnd.ms-powerpoint.comments+xml"/>
  <Override PartName="/ppt/comments/modernComment_1E3_F69DC7A8.xml" ContentType="application/vnd.ms-powerpoint.comments+xml"/>
  <Override PartName="/ppt/notesSlides/notesSlide4.xml" ContentType="application/vnd.openxmlformats-officedocument.presentationml.notesSlide+xml"/>
  <Override PartName="/ppt/comments/modernComment_1E2_C4A6A148.xml" ContentType="application/vnd.ms-powerpoint.comments+xml"/>
  <Override PartName="/ppt/notesSlides/notesSlide5.xml" ContentType="application/vnd.openxmlformats-officedocument.presentationml.notesSlide+xml"/>
  <Override PartName="/ppt/comments/modernComment_1E1_D3FE5CD9.xml" ContentType="application/vnd.ms-powerpoint.comments+xml"/>
  <Override PartName="/ppt/notesSlides/notesSlide6.xml" ContentType="application/vnd.openxmlformats-officedocument.presentationml.notesSlide+xml"/>
  <Override PartName="/ppt/comments/modernComment_1E4_B0624179.xml" ContentType="application/vnd.ms-powerpoint.comment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comments/modernComment_1E5_754E92DA.xml" ContentType="application/vnd.ms-powerpoint.comments+xml"/>
  <Override PartName="/ppt/notesSlides/notesSlide8.xml" ContentType="application/vnd.openxmlformats-officedocument.presentationml.notesSlide+xml"/>
  <Override PartName="/ppt/comments/modernComment_1E6_3C1C6A2D.xml" ContentType="application/vnd.ms-powerpoint.comments+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61" r:id="rId5"/>
  </p:sldMasterIdLst>
  <p:notesMasterIdLst>
    <p:notesMasterId r:id="rId16"/>
  </p:notesMasterIdLst>
  <p:sldIdLst>
    <p:sldId id="476" r:id="rId6"/>
    <p:sldId id="474" r:id="rId7"/>
    <p:sldId id="478" r:id="rId8"/>
    <p:sldId id="480" r:id="rId9"/>
    <p:sldId id="483" r:id="rId10"/>
    <p:sldId id="482" r:id="rId11"/>
    <p:sldId id="481" r:id="rId12"/>
    <p:sldId id="484" r:id="rId13"/>
    <p:sldId id="485" r:id="rId14"/>
    <p:sldId id="486"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5CDF221A-91EE-4F6E-A9E2-0971D355D1F5}">
          <p14:sldIdLst>
            <p14:sldId id="476"/>
            <p14:sldId id="474"/>
            <p14:sldId id="478"/>
            <p14:sldId id="480"/>
            <p14:sldId id="483"/>
            <p14:sldId id="482"/>
            <p14:sldId id="481"/>
            <p14:sldId id="484"/>
            <p14:sldId id="485"/>
            <p14:sldId id="486"/>
          </p14:sldIdLst>
        </p14:section>
      </p14:section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FFD1A3E-211F-A60E-1EA1-73E571C405B8}" name="Ilan Lipschutz" initials="IL" userId="S::ilan.l@technion.ac.il::eb8d3122-1a3a-4e73-9857-ec18730809f7"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00CC"/>
    <a:srgbClr val="0000FF"/>
    <a:srgbClr val="0000CC"/>
    <a:srgbClr val="FFFF99"/>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AE18E17-C113-78C5-72C4-9A02EF2FBFF0}" v="8" dt="2026-05-30T20:31:04.932"/>
    <p1510:client id="{51DCB06A-3E86-41B0-53F9-363EFC47959A}" v="71" dt="2026-05-30T20:11:09.925"/>
    <p1510:client id="{92521A9A-5E11-C2A3-92CC-02AEB94F1E76}" v="1" dt="2026-05-31T08:07:19.161"/>
    <p1510:client id="{94117562-DAF1-E655-82EE-C04B0C222F3F}" v="96" dt="2026-05-31T07:53:02.621"/>
    <p1510:client id="{9A6C5AED-0229-153A-EA15-020576D421FC}" v="242" dt="2026-05-30T15:44:53.521"/>
    <p1510:client id="{BBB98646-31F0-9EE3-6669-1CB929816C2A}" v="73" dt="2026-05-31T07:19:21.033"/>
    <p1510:client id="{C1D0CF48-8DEB-F44A-93C5-E64640DBB2D0}" v="1" dt="2026-05-30T16:31:00.18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6/11/relationships/changesInfo" Target="changesInfos/changesInfo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2.xml"/><Relationship Id="rId15" Type="http://schemas.openxmlformats.org/officeDocument/2006/relationships/slide" Target="slides/slide10.xml"/><Relationship Id="rId23" Type="http://schemas.microsoft.com/office/2018/10/relationships/authors" Target="authors.xml"/><Relationship Id="rId10" Type="http://schemas.openxmlformats.org/officeDocument/2006/relationships/slide" Target="slides/slide5.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hf Abu-Raiya" userId="S::rahafaburaya@campus.technion.ac.il::32fa71a4-ae9b-4e9f-a869-ee75ac3097e2" providerId="AD" clId="Web-{92521A9A-5E11-C2A3-92CC-02AEB94F1E76}"/>
    <pc:docChg chg="modSld">
      <pc:chgData name="Rahf Abu-Raiya" userId="S::rahafaburaya@campus.technion.ac.il::32fa71a4-ae9b-4e9f-a869-ee75ac3097e2" providerId="AD" clId="Web-{92521A9A-5E11-C2A3-92CC-02AEB94F1E76}" dt="2026-05-31T08:07:16.786" v="7"/>
      <pc:docMkLst>
        <pc:docMk/>
      </pc:docMkLst>
      <pc:sldChg chg="modNotes">
        <pc:chgData name="Rahf Abu-Raiya" userId="S::rahafaburaya@campus.technion.ac.il::32fa71a4-ae9b-4e9f-a869-ee75ac3097e2" providerId="AD" clId="Web-{92521A9A-5E11-C2A3-92CC-02AEB94F1E76}" dt="2026-05-31T08:06:13.394" v="2"/>
        <pc:sldMkLst>
          <pc:docMk/>
          <pc:sldMk cId="246122144" sldId="480"/>
        </pc:sldMkLst>
      </pc:sldChg>
      <pc:sldChg chg="modNotes">
        <pc:chgData name="Rahf Abu-Raiya" userId="S::rahafaburaya@campus.technion.ac.il::32fa71a4-ae9b-4e9f-a869-ee75ac3097e2" providerId="AD" clId="Web-{92521A9A-5E11-C2A3-92CC-02AEB94F1E76}" dt="2026-05-31T08:07:07.942" v="4"/>
        <pc:sldMkLst>
          <pc:docMk/>
          <pc:sldMk cId="2959229305" sldId="484"/>
        </pc:sldMkLst>
      </pc:sldChg>
      <pc:sldChg chg="modNotes">
        <pc:chgData name="Rahf Abu-Raiya" userId="S::rahafaburaya@campus.technion.ac.il::32fa71a4-ae9b-4e9f-a869-ee75ac3097e2" providerId="AD" clId="Web-{92521A9A-5E11-C2A3-92CC-02AEB94F1E76}" dt="2026-05-31T08:07:15.521" v="6"/>
        <pc:sldMkLst>
          <pc:docMk/>
          <pc:sldMk cId="1968083674" sldId="485"/>
        </pc:sldMkLst>
      </pc:sldChg>
      <pc:sldChg chg="modNotes">
        <pc:chgData name="Rahf Abu-Raiya" userId="S::rahafaburaya@campus.technion.ac.il::32fa71a4-ae9b-4e9f-a869-ee75ac3097e2" providerId="AD" clId="Web-{92521A9A-5E11-C2A3-92CC-02AEB94F1E76}" dt="2026-05-31T08:07:16.786" v="7"/>
        <pc:sldMkLst>
          <pc:docMk/>
          <pc:sldMk cId="1008495149" sldId="486"/>
        </pc:sldMkLst>
      </pc:sldChg>
    </pc:docChg>
  </pc:docChgLst>
  <pc:docChgLst>
    <pc:chgData name="Rahf Abu-Raiya" userId="S::rahafaburaya@campus.technion.ac.il::32fa71a4-ae9b-4e9f-a869-ee75ac3097e2" providerId="AD" clId="Web-{BBB98646-31F0-9EE3-6669-1CB929816C2A}"/>
    <pc:docChg chg="modSld">
      <pc:chgData name="Rahf Abu-Raiya" userId="S::rahafaburaya@campus.technion.ac.il::32fa71a4-ae9b-4e9f-a869-ee75ac3097e2" providerId="AD" clId="Web-{BBB98646-31F0-9EE3-6669-1CB929816C2A}" dt="2026-05-31T07:19:21.033" v="80" actId="14100"/>
      <pc:docMkLst>
        <pc:docMk/>
      </pc:docMkLst>
      <pc:sldChg chg="addSp delSp modSp modNotes">
        <pc:chgData name="Rahf Abu-Raiya" userId="S::rahafaburaya@campus.technion.ac.il::32fa71a4-ae9b-4e9f-a869-ee75ac3097e2" providerId="AD" clId="Web-{BBB98646-31F0-9EE3-6669-1CB929816C2A}" dt="2026-05-31T07:14:24.882" v="61" actId="14100"/>
        <pc:sldMkLst>
          <pc:docMk/>
          <pc:sldMk cId="812722490" sldId="474"/>
        </pc:sldMkLst>
        <pc:spChg chg="del mod">
          <ac:chgData name="Rahf Abu-Raiya" userId="S::rahafaburaya@campus.technion.ac.il::32fa71a4-ae9b-4e9f-a869-ee75ac3097e2" providerId="AD" clId="Web-{BBB98646-31F0-9EE3-6669-1CB929816C2A}" dt="2026-05-31T07:12:54.926" v="41"/>
          <ac:spMkLst>
            <pc:docMk/>
            <pc:sldMk cId="812722490" sldId="474"/>
            <ac:spMk id="2" creationId="{4456C93F-B7A6-B334-4735-F6C44F6667D3}"/>
          </ac:spMkLst>
        </pc:spChg>
        <pc:spChg chg="add del mod">
          <ac:chgData name="Rahf Abu-Raiya" userId="S::rahafaburaya@campus.technion.ac.il::32fa71a4-ae9b-4e9f-a869-ee75ac3097e2" providerId="AD" clId="Web-{BBB98646-31F0-9EE3-6669-1CB929816C2A}" dt="2026-05-31T07:12:58.598" v="45"/>
          <ac:spMkLst>
            <pc:docMk/>
            <pc:sldMk cId="812722490" sldId="474"/>
            <ac:spMk id="3" creationId="{36BD8462-BA2A-6167-9BAE-DFEC637A1A28}"/>
          </ac:spMkLst>
        </pc:spChg>
        <pc:spChg chg="del mod">
          <ac:chgData name="Rahf Abu-Raiya" userId="S::rahafaburaya@campus.technion.ac.il::32fa71a4-ae9b-4e9f-a869-ee75ac3097e2" providerId="AD" clId="Web-{BBB98646-31F0-9EE3-6669-1CB929816C2A}" dt="2026-05-31T07:12:49.738" v="39"/>
          <ac:spMkLst>
            <pc:docMk/>
            <pc:sldMk cId="812722490" sldId="474"/>
            <ac:spMk id="5" creationId="{3B00E674-D3C9-2F65-D11F-3E8B4C44E9C8}"/>
          </ac:spMkLst>
        </pc:spChg>
        <pc:picChg chg="add mod">
          <ac:chgData name="Rahf Abu-Raiya" userId="S::rahafaburaya@campus.technion.ac.il::32fa71a4-ae9b-4e9f-a869-ee75ac3097e2" providerId="AD" clId="Web-{BBB98646-31F0-9EE3-6669-1CB929816C2A}" dt="2026-05-31T07:14:24.882" v="61" actId="14100"/>
          <ac:picMkLst>
            <pc:docMk/>
            <pc:sldMk cId="812722490" sldId="474"/>
            <ac:picMk id="4" creationId="{2F0E43F9-169D-B1D9-B7FA-28BE217AFF38}"/>
          </ac:picMkLst>
        </pc:picChg>
        <pc:picChg chg="add mod modCrop">
          <ac:chgData name="Rahf Abu-Raiya" userId="S::rahafaburaya@campus.technion.ac.il::32fa71a4-ae9b-4e9f-a869-ee75ac3097e2" providerId="AD" clId="Web-{BBB98646-31F0-9EE3-6669-1CB929816C2A}" dt="2026-05-31T07:14:14.991" v="60"/>
          <ac:picMkLst>
            <pc:docMk/>
            <pc:sldMk cId="812722490" sldId="474"/>
            <ac:picMk id="7" creationId="{B0D1897F-CDBF-DB84-E5BE-E3B7837CA9D2}"/>
          </ac:picMkLst>
        </pc:picChg>
      </pc:sldChg>
      <pc:sldChg chg="modSp">
        <pc:chgData name="Rahf Abu-Raiya" userId="S::rahafaburaya@campus.technion.ac.il::32fa71a4-ae9b-4e9f-a869-ee75ac3097e2" providerId="AD" clId="Web-{BBB98646-31F0-9EE3-6669-1CB929816C2A}" dt="2026-05-31T06:51:01.449" v="1" actId="20577"/>
        <pc:sldMkLst>
          <pc:docMk/>
          <pc:sldMk cId="513101541" sldId="476"/>
        </pc:sldMkLst>
        <pc:spChg chg="mod">
          <ac:chgData name="Rahf Abu-Raiya" userId="S::rahafaburaya@campus.technion.ac.il::32fa71a4-ae9b-4e9f-a869-ee75ac3097e2" providerId="AD" clId="Web-{BBB98646-31F0-9EE3-6669-1CB929816C2A}" dt="2026-05-31T06:51:01.449" v="1" actId="20577"/>
          <ac:spMkLst>
            <pc:docMk/>
            <pc:sldMk cId="513101541" sldId="476"/>
            <ac:spMk id="8" creationId="{BB3F119F-11C9-8A14-D49B-28BB29E8E4AC}"/>
          </ac:spMkLst>
        </pc:spChg>
      </pc:sldChg>
      <pc:sldChg chg="addSp delSp modSp modNotes">
        <pc:chgData name="Rahf Abu-Raiya" userId="S::rahafaburaya@campus.technion.ac.il::32fa71a4-ae9b-4e9f-a869-ee75ac3097e2" providerId="AD" clId="Web-{BBB98646-31F0-9EE3-6669-1CB929816C2A}" dt="2026-05-31T07:18:21.578" v="67" actId="14100"/>
        <pc:sldMkLst>
          <pc:docMk/>
          <pc:sldMk cId="3866304041" sldId="478"/>
        </pc:sldMkLst>
        <pc:spChg chg="del">
          <ac:chgData name="Rahf Abu-Raiya" userId="S::rahafaburaya@campus.technion.ac.il::32fa71a4-ae9b-4e9f-a869-ee75ac3097e2" providerId="AD" clId="Web-{BBB98646-31F0-9EE3-6669-1CB929816C2A}" dt="2026-05-31T07:18:07.671" v="65"/>
          <ac:spMkLst>
            <pc:docMk/>
            <pc:sldMk cId="3866304041" sldId="478"/>
            <ac:spMk id="7" creationId="{AAF575CE-44FA-7901-AC56-2E2A948C14AD}"/>
          </ac:spMkLst>
        </pc:spChg>
        <pc:spChg chg="del mod">
          <ac:chgData name="Rahf Abu-Raiya" userId="S::rahafaburaya@campus.technion.ac.il::32fa71a4-ae9b-4e9f-a869-ee75ac3097e2" providerId="AD" clId="Web-{BBB98646-31F0-9EE3-6669-1CB929816C2A}" dt="2026-05-31T07:18:04.155" v="64"/>
          <ac:spMkLst>
            <pc:docMk/>
            <pc:sldMk cId="3866304041" sldId="478"/>
            <ac:spMk id="8" creationId="{25412FDA-93B5-B6CA-A5A2-5DBFE5C7E34D}"/>
          </ac:spMkLst>
        </pc:spChg>
        <pc:picChg chg="add mod">
          <ac:chgData name="Rahf Abu-Raiya" userId="S::rahafaburaya@campus.technion.ac.il::32fa71a4-ae9b-4e9f-a869-ee75ac3097e2" providerId="AD" clId="Web-{BBB98646-31F0-9EE3-6669-1CB929816C2A}" dt="2026-05-31T07:18:21.578" v="67" actId="14100"/>
          <ac:picMkLst>
            <pc:docMk/>
            <pc:sldMk cId="3866304041" sldId="478"/>
            <ac:picMk id="2" creationId="{E60DDD30-206A-FB64-739D-E9DA38CB6BC2}"/>
          </ac:picMkLst>
        </pc:picChg>
      </pc:sldChg>
      <pc:sldChg chg="addSp delSp modSp modNotes">
        <pc:chgData name="Rahf Abu-Raiya" userId="S::rahafaburaya@campus.technion.ac.il::32fa71a4-ae9b-4e9f-a869-ee75ac3097e2" providerId="AD" clId="Web-{BBB98646-31F0-9EE3-6669-1CB929816C2A}" dt="2026-05-31T07:19:21.033" v="80" actId="14100"/>
        <pc:sldMkLst>
          <pc:docMk/>
          <pc:sldMk cId="246122144" sldId="480"/>
        </pc:sldMkLst>
        <pc:spChg chg="del">
          <ac:chgData name="Rahf Abu-Raiya" userId="S::rahafaburaya@campus.technion.ac.il::32fa71a4-ae9b-4e9f-a869-ee75ac3097e2" providerId="AD" clId="Web-{BBB98646-31F0-9EE3-6669-1CB929816C2A}" dt="2026-05-31T07:19:02.907" v="77"/>
          <ac:spMkLst>
            <pc:docMk/>
            <pc:sldMk cId="246122144" sldId="480"/>
            <ac:spMk id="2" creationId="{AE4F7BD7-3C4C-0A9C-5881-523E306EF744}"/>
          </ac:spMkLst>
        </pc:spChg>
        <pc:spChg chg="del mod">
          <ac:chgData name="Rahf Abu-Raiya" userId="S::rahafaburaya@campus.technion.ac.il::32fa71a4-ae9b-4e9f-a869-ee75ac3097e2" providerId="AD" clId="Web-{BBB98646-31F0-9EE3-6669-1CB929816C2A}" dt="2026-05-31T07:18:55.204" v="72"/>
          <ac:spMkLst>
            <pc:docMk/>
            <pc:sldMk cId="246122144" sldId="480"/>
            <ac:spMk id="3" creationId="{0D35BABB-C47C-B264-68C1-AF47B0BAAF82}"/>
          </ac:spMkLst>
        </pc:spChg>
        <pc:spChg chg="del mod">
          <ac:chgData name="Rahf Abu-Raiya" userId="S::rahafaburaya@campus.technion.ac.il::32fa71a4-ae9b-4e9f-a869-ee75ac3097e2" providerId="AD" clId="Web-{BBB98646-31F0-9EE3-6669-1CB929816C2A}" dt="2026-05-31T07:18:52.047" v="70"/>
          <ac:spMkLst>
            <pc:docMk/>
            <pc:sldMk cId="246122144" sldId="480"/>
            <ac:spMk id="4" creationId="{E138D90D-133B-CDCC-181A-96E09721EA44}"/>
          </ac:spMkLst>
        </pc:spChg>
        <pc:spChg chg="del mod">
          <ac:chgData name="Rahf Abu-Raiya" userId="S::rahafaburaya@campus.technion.ac.il::32fa71a4-ae9b-4e9f-a869-ee75ac3097e2" providerId="AD" clId="Web-{BBB98646-31F0-9EE3-6669-1CB929816C2A}" dt="2026-05-31T07:18:58.532" v="74"/>
          <ac:spMkLst>
            <pc:docMk/>
            <pc:sldMk cId="246122144" sldId="480"/>
            <ac:spMk id="5" creationId="{A5439018-F7BC-D8B9-D0CF-563037C12B76}"/>
          </ac:spMkLst>
        </pc:spChg>
        <pc:spChg chg="del mod">
          <ac:chgData name="Rahf Abu-Raiya" userId="S::rahafaburaya@campus.technion.ac.il::32fa71a4-ae9b-4e9f-a869-ee75ac3097e2" providerId="AD" clId="Web-{BBB98646-31F0-9EE3-6669-1CB929816C2A}" dt="2026-05-31T07:19:02.876" v="76"/>
          <ac:spMkLst>
            <pc:docMk/>
            <pc:sldMk cId="246122144" sldId="480"/>
            <ac:spMk id="6" creationId="{2C83CD6A-971A-4786-B21F-DD3728D11156}"/>
          </ac:spMkLst>
        </pc:spChg>
        <pc:spChg chg="add del mod">
          <ac:chgData name="Rahf Abu-Raiya" userId="S::rahafaburaya@campus.technion.ac.il::32fa71a4-ae9b-4e9f-a869-ee75ac3097e2" providerId="AD" clId="Web-{BBB98646-31F0-9EE3-6669-1CB929816C2A}" dt="2026-05-31T07:19:06.610" v="78"/>
          <ac:spMkLst>
            <pc:docMk/>
            <pc:sldMk cId="246122144" sldId="480"/>
            <ac:spMk id="8" creationId="{8E510927-8A08-8DFD-B514-51E198759E36}"/>
          </ac:spMkLst>
        </pc:spChg>
        <pc:spChg chg="del">
          <ac:chgData name="Rahf Abu-Raiya" userId="S::rahafaburaya@campus.technion.ac.il::32fa71a4-ae9b-4e9f-a869-ee75ac3097e2" providerId="AD" clId="Web-{BBB98646-31F0-9EE3-6669-1CB929816C2A}" dt="2026-05-31T07:19:02.876" v="75"/>
          <ac:spMkLst>
            <pc:docMk/>
            <pc:sldMk cId="246122144" sldId="480"/>
            <ac:spMk id="10" creationId="{9F6C72CC-79E1-A7E3-58A4-258A88DCA276}"/>
          </ac:spMkLst>
        </pc:spChg>
        <pc:picChg chg="add mod">
          <ac:chgData name="Rahf Abu-Raiya" userId="S::rahafaburaya@campus.technion.ac.il::32fa71a4-ae9b-4e9f-a869-ee75ac3097e2" providerId="AD" clId="Web-{BBB98646-31F0-9EE3-6669-1CB929816C2A}" dt="2026-05-31T07:19:21.033" v="80" actId="14100"/>
          <ac:picMkLst>
            <pc:docMk/>
            <pc:sldMk cId="246122144" sldId="480"/>
            <ac:picMk id="9" creationId="{2B89D2A4-E223-F05A-EDB0-910453488508}"/>
          </ac:picMkLst>
        </pc:picChg>
      </pc:sldChg>
      <pc:sldChg chg="modSp">
        <pc:chgData name="Rahf Abu-Raiya" userId="S::rahafaburaya@campus.technion.ac.il::32fa71a4-ae9b-4e9f-a869-ee75ac3097e2" providerId="AD" clId="Web-{BBB98646-31F0-9EE3-6669-1CB929816C2A}" dt="2026-05-31T06:52:07.578" v="20" actId="20577"/>
        <pc:sldMkLst>
          <pc:docMk/>
          <pc:sldMk cId="3556662489" sldId="481"/>
        </pc:sldMkLst>
        <pc:spChg chg="mod">
          <ac:chgData name="Rahf Abu-Raiya" userId="S::rahafaburaya@campus.technion.ac.il::32fa71a4-ae9b-4e9f-a869-ee75ac3097e2" providerId="AD" clId="Web-{BBB98646-31F0-9EE3-6669-1CB929816C2A}" dt="2026-05-31T06:52:07.578" v="20" actId="20577"/>
          <ac:spMkLst>
            <pc:docMk/>
            <pc:sldMk cId="3556662489" sldId="481"/>
            <ac:spMk id="9" creationId="{AE564668-6704-3B21-443F-0D25C8A80756}"/>
          </ac:spMkLst>
        </pc:spChg>
      </pc:sldChg>
      <pc:sldChg chg="modNotes">
        <pc:chgData name="Rahf Abu-Raiya" userId="S::rahafaburaya@campus.technion.ac.il::32fa71a4-ae9b-4e9f-a869-ee75ac3097e2" providerId="AD" clId="Web-{BBB98646-31F0-9EE3-6669-1CB929816C2A}" dt="2026-05-31T06:56:48.681" v="36"/>
        <pc:sldMkLst>
          <pc:docMk/>
          <pc:sldMk cId="3299254600" sldId="482"/>
        </pc:sldMkLst>
      </pc:sldChg>
    </pc:docChg>
  </pc:docChgLst>
  <pc:docChgLst>
    <pc:chgData name="Rahf Abu-Raiya" userId="S::rahafaburaya@campus.technion.ac.il::32fa71a4-ae9b-4e9f-a869-ee75ac3097e2" providerId="AD" clId="Web-{94117562-DAF1-E655-82EE-C04B0C222F3F}"/>
    <pc:docChg chg="modSld modMainMaster">
      <pc:chgData name="Rahf Abu-Raiya" userId="S::rahafaburaya@campus.technion.ac.il::32fa71a4-ae9b-4e9f-a869-ee75ac3097e2" providerId="AD" clId="Web-{94117562-DAF1-E655-82EE-C04B0C222F3F}" dt="2026-05-31T07:53:02.621" v="87" actId="1076"/>
      <pc:docMkLst>
        <pc:docMk/>
      </pc:docMkLst>
      <pc:sldChg chg="addSp mod">
        <pc:chgData name="Rahf Abu-Raiya" userId="S::rahafaburaya@campus.technion.ac.il::32fa71a4-ae9b-4e9f-a869-ee75ac3097e2" providerId="AD" clId="Web-{94117562-DAF1-E655-82EE-C04B0C222F3F}" dt="2026-05-31T07:52:01.056" v="69"/>
        <pc:sldMkLst>
          <pc:docMk/>
          <pc:sldMk cId="812722490" sldId="474"/>
        </pc:sldMkLst>
        <pc:picChg chg="add">
          <ac:chgData name="Rahf Abu-Raiya" userId="S::rahafaburaya@campus.technion.ac.il::32fa71a4-ae9b-4e9f-a869-ee75ac3097e2" providerId="AD" clId="Web-{94117562-DAF1-E655-82EE-C04B0C222F3F}" dt="2026-05-31T07:52:01.056" v="69"/>
          <ac:picMkLst>
            <pc:docMk/>
            <pc:sldMk cId="812722490" sldId="474"/>
            <ac:picMk id="3" creationId="{8DDCC71B-DB0C-E089-7A70-5ED8653174D6}"/>
          </ac:picMkLst>
        </pc:picChg>
      </pc:sldChg>
      <pc:sldChg chg="addSp delSp modSp mod setBg">
        <pc:chgData name="Rahf Abu-Raiya" userId="S::rahafaburaya@campus.technion.ac.il::32fa71a4-ae9b-4e9f-a869-ee75ac3097e2" providerId="AD" clId="Web-{94117562-DAF1-E655-82EE-C04B0C222F3F}" dt="2026-05-31T07:43:39.067" v="60"/>
        <pc:sldMkLst>
          <pc:docMk/>
          <pc:sldMk cId="513101541" sldId="476"/>
        </pc:sldMkLst>
        <pc:spChg chg="del mod">
          <ac:chgData name="Rahf Abu-Raiya" userId="S::rahafaburaya@campus.technion.ac.il::32fa71a4-ae9b-4e9f-a869-ee75ac3097e2" providerId="AD" clId="Web-{94117562-DAF1-E655-82EE-C04B0C222F3F}" dt="2026-05-31T07:42:17.429" v="45"/>
          <ac:spMkLst>
            <pc:docMk/>
            <pc:sldMk cId="513101541" sldId="476"/>
            <ac:spMk id="8" creationId="{BB3F119F-11C9-8A14-D49B-28BB29E8E4AC}"/>
          </ac:spMkLst>
        </pc:spChg>
        <pc:spChg chg="del">
          <ac:chgData name="Rahf Abu-Raiya" userId="S::rahafaburaya@campus.technion.ac.il::32fa71a4-ae9b-4e9f-a869-ee75ac3097e2" providerId="AD" clId="Web-{94117562-DAF1-E655-82EE-C04B0C222F3F}" dt="2026-05-31T07:42:19.992" v="46"/>
          <ac:spMkLst>
            <pc:docMk/>
            <pc:sldMk cId="513101541" sldId="476"/>
            <ac:spMk id="9" creationId="{C75A1174-8568-6F7D-0F40-D5FD29EB80B9}"/>
          </ac:spMkLst>
        </pc:spChg>
        <pc:picChg chg="add del mod">
          <ac:chgData name="Rahf Abu-Raiya" userId="S::rahafaburaya@campus.technion.ac.il::32fa71a4-ae9b-4e9f-a869-ee75ac3097e2" providerId="AD" clId="Web-{94117562-DAF1-E655-82EE-C04B0C222F3F}" dt="2026-05-31T07:43:39.067" v="60"/>
          <ac:picMkLst>
            <pc:docMk/>
            <pc:sldMk cId="513101541" sldId="476"/>
            <ac:picMk id="2" creationId="{37ADF19C-7536-C901-B8EC-526EA3055C48}"/>
          </ac:picMkLst>
        </pc:picChg>
        <pc:picChg chg="add mod ord">
          <ac:chgData name="Rahf Abu-Raiya" userId="S::rahafaburaya@campus.technion.ac.il::32fa71a4-ae9b-4e9f-a869-ee75ac3097e2" providerId="AD" clId="Web-{94117562-DAF1-E655-82EE-C04B0C222F3F}" dt="2026-05-31T07:42:38.356" v="51"/>
          <ac:picMkLst>
            <pc:docMk/>
            <pc:sldMk cId="513101541" sldId="476"/>
            <ac:picMk id="3" creationId="{2BFF2DB1-8D35-A315-4D40-EFFFF34700D5}"/>
          </ac:picMkLst>
        </pc:picChg>
      </pc:sldChg>
      <pc:sldChg chg="addSp mod">
        <pc:chgData name="Rahf Abu-Raiya" userId="S::rahafaburaya@campus.technion.ac.il::32fa71a4-ae9b-4e9f-a869-ee75ac3097e2" providerId="AD" clId="Web-{94117562-DAF1-E655-82EE-C04B0C222F3F}" dt="2026-05-31T07:52:03.322" v="70"/>
        <pc:sldMkLst>
          <pc:docMk/>
          <pc:sldMk cId="3866304041" sldId="478"/>
        </pc:sldMkLst>
        <pc:picChg chg="add">
          <ac:chgData name="Rahf Abu-Raiya" userId="S::rahafaburaya@campus.technion.ac.il::32fa71a4-ae9b-4e9f-a869-ee75ac3097e2" providerId="AD" clId="Web-{94117562-DAF1-E655-82EE-C04B0C222F3F}" dt="2026-05-31T07:52:03.322" v="70"/>
          <ac:picMkLst>
            <pc:docMk/>
            <pc:sldMk cId="3866304041" sldId="478"/>
            <ac:picMk id="4" creationId="{DBFF387A-C88F-5CF7-CCAD-93A04791C14E}"/>
          </ac:picMkLst>
        </pc:picChg>
      </pc:sldChg>
      <pc:sldChg chg="addSp modSp mod">
        <pc:chgData name="Rahf Abu-Raiya" userId="S::rahafaburaya@campus.technion.ac.il::32fa71a4-ae9b-4e9f-a869-ee75ac3097e2" providerId="AD" clId="Web-{94117562-DAF1-E655-82EE-C04B0C222F3F}" dt="2026-05-31T07:52:05.322" v="71"/>
        <pc:sldMkLst>
          <pc:docMk/>
          <pc:sldMk cId="246122144" sldId="480"/>
        </pc:sldMkLst>
        <pc:picChg chg="add mod">
          <ac:chgData name="Rahf Abu-Raiya" userId="S::rahafaburaya@campus.technion.ac.il::32fa71a4-ae9b-4e9f-a869-ee75ac3097e2" providerId="AD" clId="Web-{94117562-DAF1-E655-82EE-C04B0C222F3F}" dt="2026-05-31T07:33:45.268" v="10" actId="1076"/>
          <ac:picMkLst>
            <pc:docMk/>
            <pc:sldMk cId="246122144" sldId="480"/>
            <ac:picMk id="2" creationId="{A49FCED4-E8F6-0FBF-D456-5ECE8F30834F}"/>
          </ac:picMkLst>
        </pc:picChg>
        <pc:picChg chg="add">
          <ac:chgData name="Rahf Abu-Raiya" userId="S::rahafaburaya@campus.technion.ac.il::32fa71a4-ae9b-4e9f-a869-ee75ac3097e2" providerId="AD" clId="Web-{94117562-DAF1-E655-82EE-C04B0C222F3F}" dt="2026-05-31T07:52:05.322" v="71"/>
          <ac:picMkLst>
            <pc:docMk/>
            <pc:sldMk cId="246122144" sldId="480"/>
            <ac:picMk id="4" creationId="{353868E2-0B5F-0C19-FD61-2129F9E3D0D9}"/>
          </ac:picMkLst>
        </pc:picChg>
      </pc:sldChg>
      <pc:sldChg chg="addSp modSp mod">
        <pc:chgData name="Rahf Abu-Raiya" userId="S::rahafaburaya@campus.technion.ac.il::32fa71a4-ae9b-4e9f-a869-ee75ac3097e2" providerId="AD" clId="Web-{94117562-DAF1-E655-82EE-C04B0C222F3F}" dt="2026-05-31T07:52:43.808" v="82" actId="1076"/>
        <pc:sldMkLst>
          <pc:docMk/>
          <pc:sldMk cId="3556662489" sldId="481"/>
        </pc:sldMkLst>
        <pc:spChg chg="mod">
          <ac:chgData name="Rahf Abu-Raiya" userId="S::rahafaburaya@campus.technion.ac.il::32fa71a4-ae9b-4e9f-a869-ee75ac3097e2" providerId="AD" clId="Web-{94117562-DAF1-E655-82EE-C04B0C222F3F}" dt="2026-05-31T07:52:43.808" v="82" actId="1076"/>
          <ac:spMkLst>
            <pc:docMk/>
            <pc:sldMk cId="3556662489" sldId="481"/>
            <ac:spMk id="9" creationId="{AE564668-6704-3B21-443F-0D25C8A80756}"/>
          </ac:spMkLst>
        </pc:spChg>
        <pc:picChg chg="mod">
          <ac:chgData name="Rahf Abu-Raiya" userId="S::rahafaburaya@campus.technion.ac.il::32fa71a4-ae9b-4e9f-a869-ee75ac3097e2" providerId="AD" clId="Web-{94117562-DAF1-E655-82EE-C04B0C222F3F}" dt="2026-05-31T07:52:31.136" v="79" actId="1076"/>
          <ac:picMkLst>
            <pc:docMk/>
            <pc:sldMk cId="3556662489" sldId="481"/>
            <ac:picMk id="2" creationId="{C52E89A9-04A3-B9E1-5F60-60534DA9D968}"/>
          </ac:picMkLst>
        </pc:picChg>
        <pc:picChg chg="add mod">
          <ac:chgData name="Rahf Abu-Raiya" userId="S::rahafaburaya@campus.technion.ac.il::32fa71a4-ae9b-4e9f-a869-ee75ac3097e2" providerId="AD" clId="Web-{94117562-DAF1-E655-82EE-C04B0C222F3F}" dt="2026-05-31T07:52:35.558" v="81" actId="1076"/>
          <ac:picMkLst>
            <pc:docMk/>
            <pc:sldMk cId="3556662489" sldId="481"/>
            <ac:picMk id="4" creationId="{E45F103D-AC47-A73F-9A86-1C2AFADD171B}"/>
          </ac:picMkLst>
        </pc:picChg>
      </pc:sldChg>
      <pc:sldChg chg="addSp delSp modSp mod">
        <pc:chgData name="Rahf Abu-Raiya" userId="S::rahafaburaya@campus.technion.ac.il::32fa71a4-ae9b-4e9f-a869-ee75ac3097e2" providerId="AD" clId="Web-{94117562-DAF1-E655-82EE-C04B0C222F3F}" dt="2026-05-31T07:52:09.400" v="73"/>
        <pc:sldMkLst>
          <pc:docMk/>
          <pc:sldMk cId="3299254600" sldId="482"/>
        </pc:sldMkLst>
        <pc:spChg chg="del mod">
          <ac:chgData name="Rahf Abu-Raiya" userId="S::rahafaburaya@campus.technion.ac.il::32fa71a4-ae9b-4e9f-a869-ee75ac3097e2" providerId="AD" clId="Web-{94117562-DAF1-E655-82EE-C04B0C222F3F}" dt="2026-05-31T07:34:47.021" v="14"/>
          <ac:spMkLst>
            <pc:docMk/>
            <pc:sldMk cId="3299254600" sldId="482"/>
            <ac:spMk id="5" creationId="{F9D2DB98-7494-3B7D-6F40-90D4C65F27D5}"/>
          </ac:spMkLst>
        </pc:spChg>
        <pc:spChg chg="del">
          <ac:chgData name="Rahf Abu-Raiya" userId="S::rahafaburaya@campus.technion.ac.il::32fa71a4-ae9b-4e9f-a869-ee75ac3097e2" providerId="AD" clId="Web-{94117562-DAF1-E655-82EE-C04B0C222F3F}" dt="2026-05-31T07:34:49.036" v="15"/>
          <ac:spMkLst>
            <pc:docMk/>
            <pc:sldMk cId="3299254600" sldId="482"/>
            <ac:spMk id="9" creationId="{DA58B3AB-7283-65A4-F93E-F4B95CC0D6EA}"/>
          </ac:spMkLst>
        </pc:spChg>
        <pc:picChg chg="add mod">
          <ac:chgData name="Rahf Abu-Raiya" userId="S::rahafaburaya@campus.technion.ac.il::32fa71a4-ae9b-4e9f-a869-ee75ac3097e2" providerId="AD" clId="Web-{94117562-DAF1-E655-82EE-C04B0C222F3F}" dt="2026-05-31T07:34:56.615" v="17" actId="14100"/>
          <ac:picMkLst>
            <pc:docMk/>
            <pc:sldMk cId="3299254600" sldId="482"/>
            <ac:picMk id="2" creationId="{FBF8DA83-3FD2-9114-3069-60C595C15BE4}"/>
          </ac:picMkLst>
        </pc:picChg>
        <pc:picChg chg="add del mod">
          <ac:chgData name="Rahf Abu-Raiya" userId="S::rahafaburaya@campus.technion.ac.il::32fa71a4-ae9b-4e9f-a869-ee75ac3097e2" providerId="AD" clId="Web-{94117562-DAF1-E655-82EE-C04B0C222F3F}" dt="2026-05-31T07:45:13.883" v="67"/>
          <ac:picMkLst>
            <pc:docMk/>
            <pc:sldMk cId="3299254600" sldId="482"/>
            <ac:picMk id="3" creationId="{DAEF715F-FA5B-993E-9A6D-D576E9A3E3E7}"/>
          </ac:picMkLst>
        </pc:picChg>
        <pc:picChg chg="add">
          <ac:chgData name="Rahf Abu-Raiya" userId="S::rahafaburaya@campus.technion.ac.il::32fa71a4-ae9b-4e9f-a869-ee75ac3097e2" providerId="AD" clId="Web-{94117562-DAF1-E655-82EE-C04B0C222F3F}" dt="2026-05-31T07:52:09.400" v="73"/>
          <ac:picMkLst>
            <pc:docMk/>
            <pc:sldMk cId="3299254600" sldId="482"/>
            <ac:picMk id="6" creationId="{81D6DF56-BDAC-7D28-53A1-372D6AD10B74}"/>
          </ac:picMkLst>
        </pc:picChg>
      </pc:sldChg>
      <pc:sldChg chg="addSp modSp mod">
        <pc:chgData name="Rahf Abu-Raiya" userId="S::rahafaburaya@campus.technion.ac.il::32fa71a4-ae9b-4e9f-a869-ee75ac3097e2" providerId="AD" clId="Web-{94117562-DAF1-E655-82EE-C04B0C222F3F}" dt="2026-05-31T07:53:02.621" v="87" actId="1076"/>
        <pc:sldMkLst>
          <pc:docMk/>
          <pc:sldMk cId="4137535400" sldId="483"/>
        </pc:sldMkLst>
        <pc:spChg chg="mod">
          <ac:chgData name="Rahf Abu-Raiya" userId="S::rahafaburaya@campus.technion.ac.il::32fa71a4-ae9b-4e9f-a869-ee75ac3097e2" providerId="AD" clId="Web-{94117562-DAF1-E655-82EE-C04B0C222F3F}" dt="2026-05-31T07:52:55.402" v="84" actId="1076"/>
          <ac:spMkLst>
            <pc:docMk/>
            <pc:sldMk cId="4137535400" sldId="483"/>
            <ac:spMk id="3" creationId="{B461765E-FAB5-03F9-70FB-FEDC33E2F114}"/>
          </ac:spMkLst>
        </pc:spChg>
        <pc:spChg chg="mod">
          <ac:chgData name="Rahf Abu-Raiya" userId="S::rahafaburaya@campus.technion.ac.il::32fa71a4-ae9b-4e9f-a869-ee75ac3097e2" providerId="AD" clId="Web-{94117562-DAF1-E655-82EE-C04B0C222F3F}" dt="2026-05-31T07:52:55.402" v="85" actId="1076"/>
          <ac:spMkLst>
            <pc:docMk/>
            <pc:sldMk cId="4137535400" sldId="483"/>
            <ac:spMk id="5" creationId="{6686E09F-8679-1BDB-3DA3-97E9EB581A45}"/>
          </ac:spMkLst>
        </pc:spChg>
        <pc:spChg chg="mod">
          <ac:chgData name="Rahf Abu-Raiya" userId="S::rahafaburaya@campus.technion.ac.il::32fa71a4-ae9b-4e9f-a869-ee75ac3097e2" providerId="AD" clId="Web-{94117562-DAF1-E655-82EE-C04B0C222F3F}" dt="2026-05-31T07:53:02.621" v="87" actId="1076"/>
          <ac:spMkLst>
            <pc:docMk/>
            <pc:sldMk cId="4137535400" sldId="483"/>
            <ac:spMk id="9" creationId="{72383D15-A9A1-AE9B-4063-5A1DC56E6FA2}"/>
          </ac:spMkLst>
        </pc:spChg>
        <pc:spChg chg="mod">
          <ac:chgData name="Rahf Abu-Raiya" userId="S::rahafaburaya@campus.technion.ac.il::32fa71a4-ae9b-4e9f-a869-ee75ac3097e2" providerId="AD" clId="Web-{94117562-DAF1-E655-82EE-C04B0C222F3F}" dt="2026-05-31T07:52:55.402" v="86" actId="1076"/>
          <ac:spMkLst>
            <pc:docMk/>
            <pc:sldMk cId="4137535400" sldId="483"/>
            <ac:spMk id="17" creationId="{7FF8B3D8-4876-BF55-31ED-877DFB42B6DA}"/>
          </ac:spMkLst>
        </pc:spChg>
        <pc:picChg chg="mod">
          <ac:chgData name="Rahf Abu-Raiya" userId="S::rahafaburaya@campus.technion.ac.il::32fa71a4-ae9b-4e9f-a869-ee75ac3097e2" providerId="AD" clId="Web-{94117562-DAF1-E655-82EE-C04B0C222F3F}" dt="2026-05-31T07:52:48.699" v="83" actId="1076"/>
          <ac:picMkLst>
            <pc:docMk/>
            <pc:sldMk cId="4137535400" sldId="483"/>
            <ac:picMk id="2" creationId="{33A6A641-71FE-36CB-6836-81022FB93C17}"/>
          </ac:picMkLst>
        </pc:picChg>
        <pc:picChg chg="add">
          <ac:chgData name="Rahf Abu-Raiya" userId="S::rahafaburaya@campus.technion.ac.il::32fa71a4-ae9b-4e9f-a869-ee75ac3097e2" providerId="AD" clId="Web-{94117562-DAF1-E655-82EE-C04B0C222F3F}" dt="2026-05-31T07:52:07.791" v="72"/>
          <ac:picMkLst>
            <pc:docMk/>
            <pc:sldMk cId="4137535400" sldId="483"/>
            <ac:picMk id="6" creationId="{9AF30FD6-DCD8-A704-9799-9742098FBB00}"/>
          </ac:picMkLst>
        </pc:picChg>
      </pc:sldChg>
      <pc:sldChg chg="addSp modSp mod">
        <pc:chgData name="Rahf Abu-Raiya" userId="S::rahafaburaya@campus.technion.ac.il::32fa71a4-ae9b-4e9f-a869-ee75ac3097e2" providerId="AD" clId="Web-{94117562-DAF1-E655-82EE-C04B0C222F3F}" dt="2026-05-31T07:52:25.510" v="78" actId="1076"/>
        <pc:sldMkLst>
          <pc:docMk/>
          <pc:sldMk cId="2959229305" sldId="484"/>
        </pc:sldMkLst>
        <pc:spChg chg="mod">
          <ac:chgData name="Rahf Abu-Raiya" userId="S::rahafaburaya@campus.technion.ac.il::32fa71a4-ae9b-4e9f-a869-ee75ac3097e2" providerId="AD" clId="Web-{94117562-DAF1-E655-82EE-C04B0C222F3F}" dt="2026-05-31T07:52:25.510" v="78" actId="1076"/>
          <ac:spMkLst>
            <pc:docMk/>
            <pc:sldMk cId="2959229305" sldId="484"/>
            <ac:spMk id="9" creationId="{93C34402-D91C-A981-080F-43DA0A96F3AE}"/>
          </ac:spMkLst>
        </pc:spChg>
        <pc:picChg chg="add">
          <ac:chgData name="Rahf Abu-Raiya" userId="S::rahafaburaya@campus.technion.ac.il::32fa71a4-ae9b-4e9f-a869-ee75ac3097e2" providerId="AD" clId="Web-{94117562-DAF1-E655-82EE-C04B0C222F3F}" dt="2026-05-31T07:52:13.244" v="75"/>
          <ac:picMkLst>
            <pc:docMk/>
            <pc:sldMk cId="2959229305" sldId="484"/>
            <ac:picMk id="45" creationId="{8B9ADFD8-86AB-3B63-BE92-7676054FCB3B}"/>
          </ac:picMkLst>
        </pc:picChg>
      </pc:sldChg>
      <pc:sldChg chg="addSp delSp modSp mod">
        <pc:chgData name="Rahf Abu-Raiya" userId="S::rahafaburaya@campus.technion.ac.il::32fa71a4-ae9b-4e9f-a869-ee75ac3097e2" providerId="AD" clId="Web-{94117562-DAF1-E655-82EE-C04B0C222F3F}" dt="2026-05-31T07:52:15.776" v="76"/>
        <pc:sldMkLst>
          <pc:docMk/>
          <pc:sldMk cId="1968083674" sldId="485"/>
        </pc:sldMkLst>
        <pc:spChg chg="add del mod">
          <ac:chgData name="Rahf Abu-Raiya" userId="S::rahafaburaya@campus.technion.ac.il::32fa71a4-ae9b-4e9f-a869-ee75ac3097e2" providerId="AD" clId="Web-{94117562-DAF1-E655-82EE-C04B0C222F3F}" dt="2026-05-31T07:35:44.413" v="26"/>
          <ac:spMkLst>
            <pc:docMk/>
            <pc:sldMk cId="1968083674" sldId="485"/>
            <ac:spMk id="7" creationId="{3BFBF216-3237-D404-7CDF-82C413DA4616}"/>
          </ac:spMkLst>
        </pc:spChg>
        <pc:spChg chg="del">
          <ac:chgData name="Rahf Abu-Raiya" userId="S::rahafaburaya@campus.technion.ac.il::32fa71a4-ae9b-4e9f-a869-ee75ac3097e2" providerId="AD" clId="Web-{94117562-DAF1-E655-82EE-C04B0C222F3F}" dt="2026-05-31T07:35:30.929" v="23"/>
          <ac:spMkLst>
            <pc:docMk/>
            <pc:sldMk cId="1968083674" sldId="485"/>
            <ac:spMk id="9" creationId="{045877C1-7857-A2EC-AD10-BAC0BBD84F82}"/>
          </ac:spMkLst>
        </pc:spChg>
        <pc:picChg chg="del">
          <ac:chgData name="Rahf Abu-Raiya" userId="S::rahafaburaya@campus.technion.ac.il::32fa71a4-ae9b-4e9f-a869-ee75ac3097e2" providerId="AD" clId="Web-{94117562-DAF1-E655-82EE-C04B0C222F3F}" dt="2026-05-31T07:35:25.897" v="20"/>
          <ac:picMkLst>
            <pc:docMk/>
            <pc:sldMk cId="1968083674" sldId="485"/>
            <ac:picMk id="2" creationId="{82431F21-8783-6AA2-30DF-285D00665EC4}"/>
          </ac:picMkLst>
        </pc:picChg>
        <pc:picChg chg="add mod">
          <ac:chgData name="Rahf Abu-Raiya" userId="S::rahafaburaya@campus.technion.ac.il::32fa71a4-ae9b-4e9f-a869-ee75ac3097e2" providerId="AD" clId="Web-{94117562-DAF1-E655-82EE-C04B0C222F3F}" dt="2026-05-31T07:35:36.929" v="25" actId="14100"/>
          <ac:picMkLst>
            <pc:docMk/>
            <pc:sldMk cId="1968083674" sldId="485"/>
            <ac:picMk id="3" creationId="{D12C6E88-9BE1-EC3E-089A-5C0CF9B2D8E4}"/>
          </ac:picMkLst>
        </pc:picChg>
        <pc:picChg chg="del">
          <ac:chgData name="Rahf Abu-Raiya" userId="S::rahafaburaya@campus.technion.ac.il::32fa71a4-ae9b-4e9f-a869-ee75ac3097e2" providerId="AD" clId="Web-{94117562-DAF1-E655-82EE-C04B0C222F3F}" dt="2026-05-31T07:35:23.928" v="18"/>
          <ac:picMkLst>
            <pc:docMk/>
            <pc:sldMk cId="1968083674" sldId="485"/>
            <ac:picMk id="4" creationId="{F75548F1-C2B4-CCD3-F95B-52220DDB8317}"/>
          </ac:picMkLst>
        </pc:picChg>
        <pc:picChg chg="del">
          <ac:chgData name="Rahf Abu-Raiya" userId="S::rahafaburaya@campus.technion.ac.il::32fa71a4-ae9b-4e9f-a869-ee75ac3097e2" providerId="AD" clId="Web-{94117562-DAF1-E655-82EE-C04B0C222F3F}" dt="2026-05-31T07:35:24.835" v="19"/>
          <ac:picMkLst>
            <pc:docMk/>
            <pc:sldMk cId="1968083674" sldId="485"/>
            <ac:picMk id="6" creationId="{0F7D7930-10A8-1723-0240-416188ED6D32}"/>
          </ac:picMkLst>
        </pc:picChg>
        <pc:picChg chg="add">
          <ac:chgData name="Rahf Abu-Raiya" userId="S::rahafaburaya@campus.technion.ac.il::32fa71a4-ae9b-4e9f-a869-ee75ac3097e2" providerId="AD" clId="Web-{94117562-DAF1-E655-82EE-C04B0C222F3F}" dt="2026-05-31T07:52:15.776" v="76"/>
          <ac:picMkLst>
            <pc:docMk/>
            <pc:sldMk cId="1968083674" sldId="485"/>
            <ac:picMk id="11" creationId="{08A43A3E-D4B9-6582-740F-06B314283CD8}"/>
          </ac:picMkLst>
        </pc:picChg>
      </pc:sldChg>
      <pc:sldChg chg="addSp delSp modSp mod">
        <pc:chgData name="Rahf Abu-Raiya" userId="S::rahafaburaya@campus.technion.ac.il::32fa71a4-ae9b-4e9f-a869-ee75ac3097e2" providerId="AD" clId="Web-{94117562-DAF1-E655-82EE-C04B0C222F3F}" dt="2026-05-31T07:52:17.182" v="77"/>
        <pc:sldMkLst>
          <pc:docMk/>
          <pc:sldMk cId="1008495149" sldId="486"/>
        </pc:sldMkLst>
        <pc:picChg chg="add mod modCrop">
          <ac:chgData name="Rahf Abu-Raiya" userId="S::rahafaburaya@campus.technion.ac.il::32fa71a4-ae9b-4e9f-a869-ee75ac3097e2" providerId="AD" clId="Web-{94117562-DAF1-E655-82EE-C04B0C222F3F}" dt="2026-05-31T07:36:15.352" v="34" actId="14100"/>
          <ac:picMkLst>
            <pc:docMk/>
            <pc:sldMk cId="1008495149" sldId="486"/>
            <ac:picMk id="2" creationId="{491F883D-55F1-4F6B-93CF-3D6C178ABE93}"/>
          </ac:picMkLst>
        </pc:picChg>
        <pc:picChg chg="del">
          <ac:chgData name="Rahf Abu-Raiya" userId="S::rahafaburaya@campus.technion.ac.il::32fa71a4-ae9b-4e9f-a869-ee75ac3097e2" providerId="AD" clId="Web-{94117562-DAF1-E655-82EE-C04B0C222F3F}" dt="2026-05-31T07:35:47.789" v="27"/>
          <ac:picMkLst>
            <pc:docMk/>
            <pc:sldMk cId="1008495149" sldId="486"/>
            <ac:picMk id="5" creationId="{C56E253C-2C6D-A43B-0B67-776532060BDD}"/>
          </ac:picMkLst>
        </pc:picChg>
        <pc:picChg chg="add">
          <ac:chgData name="Rahf Abu-Raiya" userId="S::rahafaburaya@campus.technion.ac.il::32fa71a4-ae9b-4e9f-a869-ee75ac3097e2" providerId="AD" clId="Web-{94117562-DAF1-E655-82EE-C04B0C222F3F}" dt="2026-05-31T07:52:17.182" v="77"/>
          <ac:picMkLst>
            <pc:docMk/>
            <pc:sldMk cId="1008495149" sldId="486"/>
            <ac:picMk id="6" creationId="{00BF0D59-47FF-BCD5-896A-DEE7371FA7B1}"/>
          </ac:picMkLst>
        </pc:picChg>
        <pc:picChg chg="del">
          <ac:chgData name="Rahf Abu-Raiya" userId="S::rahafaburaya@campus.technion.ac.il::32fa71a4-ae9b-4e9f-a869-ee75ac3097e2" providerId="AD" clId="Web-{94117562-DAF1-E655-82EE-C04B0C222F3F}" dt="2026-05-31T07:35:48.617" v="28"/>
          <ac:picMkLst>
            <pc:docMk/>
            <pc:sldMk cId="1008495149" sldId="486"/>
            <ac:picMk id="7" creationId="{20185153-2975-0220-7CF4-28FB182CB77F}"/>
          </ac:picMkLst>
        </pc:picChg>
        <pc:picChg chg="del">
          <ac:chgData name="Rahf Abu-Raiya" userId="S::rahafaburaya@campus.technion.ac.il::32fa71a4-ae9b-4e9f-a869-ee75ac3097e2" providerId="AD" clId="Web-{94117562-DAF1-E655-82EE-C04B0C222F3F}" dt="2026-05-31T07:35:49.539" v="29"/>
          <ac:picMkLst>
            <pc:docMk/>
            <pc:sldMk cId="1008495149" sldId="486"/>
            <ac:picMk id="9" creationId="{1D7FB4B0-D2C2-DD7B-2BDA-FA4002C6C58F}"/>
          </ac:picMkLst>
        </pc:picChg>
      </pc:sldChg>
      <pc:sldMasterChg chg="mod setBg modSldLayout">
        <pc:chgData name="Rahf Abu-Raiya" userId="S::rahafaburaya@campus.technion.ac.il::32fa71a4-ae9b-4e9f-a869-ee75ac3097e2" providerId="AD" clId="Web-{94117562-DAF1-E655-82EE-C04B0C222F3F}" dt="2026-05-31T07:43:39.067" v="60"/>
        <pc:sldMasterMkLst>
          <pc:docMk/>
          <pc:sldMasterMk cId="1540233853" sldId="2147483648"/>
        </pc:sldMasterMkLst>
        <pc:sldLayoutChg chg="mod">
          <pc:chgData name="Rahf Abu-Raiya" userId="S::rahafaburaya@campus.technion.ac.il::32fa71a4-ae9b-4e9f-a869-ee75ac3097e2" providerId="AD" clId="Web-{94117562-DAF1-E655-82EE-C04B0C222F3F}" dt="2026-05-31T07:43:39.067" v="60"/>
          <pc:sldLayoutMkLst>
            <pc:docMk/>
            <pc:sldMasterMk cId="1540233853" sldId="2147483648"/>
            <pc:sldLayoutMk cId="51292896" sldId="2147483649"/>
          </pc:sldLayoutMkLst>
        </pc:sldLayoutChg>
        <pc:sldLayoutChg chg="mod">
          <pc:chgData name="Rahf Abu-Raiya" userId="S::rahafaburaya@campus.technion.ac.il::32fa71a4-ae9b-4e9f-a869-ee75ac3097e2" providerId="AD" clId="Web-{94117562-DAF1-E655-82EE-C04B0C222F3F}" dt="2026-05-31T07:43:39.067" v="60"/>
          <pc:sldLayoutMkLst>
            <pc:docMk/>
            <pc:sldMasterMk cId="1540233853" sldId="2147483648"/>
            <pc:sldLayoutMk cId="999910167" sldId="2147483650"/>
          </pc:sldLayoutMkLst>
        </pc:sldLayoutChg>
        <pc:sldLayoutChg chg="mod">
          <pc:chgData name="Rahf Abu-Raiya" userId="S::rahafaburaya@campus.technion.ac.il::32fa71a4-ae9b-4e9f-a869-ee75ac3097e2" providerId="AD" clId="Web-{94117562-DAF1-E655-82EE-C04B0C222F3F}" dt="2026-05-31T07:43:39.067" v="60"/>
          <pc:sldLayoutMkLst>
            <pc:docMk/>
            <pc:sldMasterMk cId="1540233853" sldId="2147483648"/>
            <pc:sldLayoutMk cId="2382496549" sldId="2147483651"/>
          </pc:sldLayoutMkLst>
        </pc:sldLayoutChg>
        <pc:sldLayoutChg chg="mod">
          <pc:chgData name="Rahf Abu-Raiya" userId="S::rahafaburaya@campus.technion.ac.il::32fa71a4-ae9b-4e9f-a869-ee75ac3097e2" providerId="AD" clId="Web-{94117562-DAF1-E655-82EE-C04B0C222F3F}" dt="2026-05-31T07:43:39.067" v="60"/>
          <pc:sldLayoutMkLst>
            <pc:docMk/>
            <pc:sldMasterMk cId="1540233853" sldId="2147483648"/>
            <pc:sldLayoutMk cId="3685089905" sldId="2147483652"/>
          </pc:sldLayoutMkLst>
        </pc:sldLayoutChg>
        <pc:sldLayoutChg chg="mod">
          <pc:chgData name="Rahf Abu-Raiya" userId="S::rahafaburaya@campus.technion.ac.il::32fa71a4-ae9b-4e9f-a869-ee75ac3097e2" providerId="AD" clId="Web-{94117562-DAF1-E655-82EE-C04B0C222F3F}" dt="2026-05-31T07:43:39.067" v="60"/>
          <pc:sldLayoutMkLst>
            <pc:docMk/>
            <pc:sldMasterMk cId="1540233853" sldId="2147483648"/>
            <pc:sldLayoutMk cId="3084570156" sldId="2147483653"/>
          </pc:sldLayoutMkLst>
        </pc:sldLayoutChg>
        <pc:sldLayoutChg chg="mod">
          <pc:chgData name="Rahf Abu-Raiya" userId="S::rahafaburaya@campus.technion.ac.il::32fa71a4-ae9b-4e9f-a869-ee75ac3097e2" providerId="AD" clId="Web-{94117562-DAF1-E655-82EE-C04B0C222F3F}" dt="2026-05-31T07:43:39.067" v="60"/>
          <pc:sldLayoutMkLst>
            <pc:docMk/>
            <pc:sldMasterMk cId="1540233853" sldId="2147483648"/>
            <pc:sldLayoutMk cId="1597799635" sldId="2147483654"/>
          </pc:sldLayoutMkLst>
        </pc:sldLayoutChg>
        <pc:sldLayoutChg chg="mod">
          <pc:chgData name="Rahf Abu-Raiya" userId="S::rahafaburaya@campus.technion.ac.il::32fa71a4-ae9b-4e9f-a869-ee75ac3097e2" providerId="AD" clId="Web-{94117562-DAF1-E655-82EE-C04B0C222F3F}" dt="2026-05-31T07:43:39.067" v="60"/>
          <pc:sldLayoutMkLst>
            <pc:docMk/>
            <pc:sldMasterMk cId="1540233853" sldId="2147483648"/>
            <pc:sldLayoutMk cId="2704601104" sldId="2147483655"/>
          </pc:sldLayoutMkLst>
        </pc:sldLayoutChg>
        <pc:sldLayoutChg chg="mod">
          <pc:chgData name="Rahf Abu-Raiya" userId="S::rahafaburaya@campus.technion.ac.il::32fa71a4-ae9b-4e9f-a869-ee75ac3097e2" providerId="AD" clId="Web-{94117562-DAF1-E655-82EE-C04B0C222F3F}" dt="2026-05-31T07:43:39.067" v="60"/>
          <pc:sldLayoutMkLst>
            <pc:docMk/>
            <pc:sldMasterMk cId="1540233853" sldId="2147483648"/>
            <pc:sldLayoutMk cId="1323217334" sldId="2147483656"/>
          </pc:sldLayoutMkLst>
        </pc:sldLayoutChg>
        <pc:sldLayoutChg chg="mod">
          <pc:chgData name="Rahf Abu-Raiya" userId="S::rahafaburaya@campus.technion.ac.il::32fa71a4-ae9b-4e9f-a869-ee75ac3097e2" providerId="AD" clId="Web-{94117562-DAF1-E655-82EE-C04B0C222F3F}" dt="2026-05-31T07:43:39.067" v="60"/>
          <pc:sldLayoutMkLst>
            <pc:docMk/>
            <pc:sldMasterMk cId="1540233853" sldId="2147483648"/>
            <pc:sldLayoutMk cId="910101005" sldId="2147483657"/>
          </pc:sldLayoutMkLst>
        </pc:sldLayoutChg>
        <pc:sldLayoutChg chg="mod">
          <pc:chgData name="Rahf Abu-Raiya" userId="S::rahafaburaya@campus.technion.ac.il::32fa71a4-ae9b-4e9f-a869-ee75ac3097e2" providerId="AD" clId="Web-{94117562-DAF1-E655-82EE-C04B0C222F3F}" dt="2026-05-31T07:43:39.067" v="60"/>
          <pc:sldLayoutMkLst>
            <pc:docMk/>
            <pc:sldMasterMk cId="1540233853" sldId="2147483648"/>
            <pc:sldLayoutMk cId="3686753214" sldId="2147483658"/>
          </pc:sldLayoutMkLst>
        </pc:sldLayoutChg>
        <pc:sldLayoutChg chg="mod">
          <pc:chgData name="Rahf Abu-Raiya" userId="S::rahafaburaya@campus.technion.ac.il::32fa71a4-ae9b-4e9f-a869-ee75ac3097e2" providerId="AD" clId="Web-{94117562-DAF1-E655-82EE-C04B0C222F3F}" dt="2026-05-31T07:43:39.067" v="60"/>
          <pc:sldLayoutMkLst>
            <pc:docMk/>
            <pc:sldMasterMk cId="1540233853" sldId="2147483648"/>
            <pc:sldLayoutMk cId="2999435244" sldId="2147483659"/>
          </pc:sldLayoutMkLst>
        </pc:sldLayoutChg>
      </pc:sldMasterChg>
      <pc:sldMasterChg chg="mod setBg modSldLayout">
        <pc:chgData name="Rahf Abu-Raiya" userId="S::rahafaburaya@campus.technion.ac.il::32fa71a4-ae9b-4e9f-a869-ee75ac3097e2" providerId="AD" clId="Web-{94117562-DAF1-E655-82EE-C04B0C222F3F}" dt="2026-05-31T07:43:39.067" v="60"/>
        <pc:sldMasterMkLst>
          <pc:docMk/>
          <pc:sldMasterMk cId="3413557009" sldId="2147483661"/>
        </pc:sldMasterMkLst>
        <pc:sldLayoutChg chg="mod">
          <pc:chgData name="Rahf Abu-Raiya" userId="S::rahafaburaya@campus.technion.ac.il::32fa71a4-ae9b-4e9f-a869-ee75ac3097e2" providerId="AD" clId="Web-{94117562-DAF1-E655-82EE-C04B0C222F3F}" dt="2026-05-31T07:43:39.067" v="60"/>
          <pc:sldLayoutMkLst>
            <pc:docMk/>
            <pc:sldMasterMk cId="3413557009" sldId="2147483661"/>
            <pc:sldLayoutMk cId="3370126231" sldId="2147483662"/>
          </pc:sldLayoutMkLst>
        </pc:sldLayoutChg>
        <pc:sldLayoutChg chg="mod">
          <pc:chgData name="Rahf Abu-Raiya" userId="S::rahafaburaya@campus.technion.ac.il::32fa71a4-ae9b-4e9f-a869-ee75ac3097e2" providerId="AD" clId="Web-{94117562-DAF1-E655-82EE-C04B0C222F3F}" dt="2026-05-31T07:43:39.067" v="60"/>
          <pc:sldLayoutMkLst>
            <pc:docMk/>
            <pc:sldMasterMk cId="3413557009" sldId="2147483661"/>
            <pc:sldLayoutMk cId="3292930352" sldId="2147483663"/>
          </pc:sldLayoutMkLst>
        </pc:sldLayoutChg>
        <pc:sldLayoutChg chg="mod">
          <pc:chgData name="Rahf Abu-Raiya" userId="S::rahafaburaya@campus.technion.ac.il::32fa71a4-ae9b-4e9f-a869-ee75ac3097e2" providerId="AD" clId="Web-{94117562-DAF1-E655-82EE-C04B0C222F3F}" dt="2026-05-31T07:43:39.067" v="60"/>
          <pc:sldLayoutMkLst>
            <pc:docMk/>
            <pc:sldMasterMk cId="3413557009" sldId="2147483661"/>
            <pc:sldLayoutMk cId="2628294843" sldId="2147483664"/>
          </pc:sldLayoutMkLst>
        </pc:sldLayoutChg>
        <pc:sldLayoutChg chg="mod">
          <pc:chgData name="Rahf Abu-Raiya" userId="S::rahafaburaya@campus.technion.ac.il::32fa71a4-ae9b-4e9f-a869-ee75ac3097e2" providerId="AD" clId="Web-{94117562-DAF1-E655-82EE-C04B0C222F3F}" dt="2026-05-31T07:43:39.067" v="60"/>
          <pc:sldLayoutMkLst>
            <pc:docMk/>
            <pc:sldMasterMk cId="3413557009" sldId="2147483661"/>
            <pc:sldLayoutMk cId="2858807601" sldId="2147483665"/>
          </pc:sldLayoutMkLst>
        </pc:sldLayoutChg>
        <pc:sldLayoutChg chg="mod">
          <pc:chgData name="Rahf Abu-Raiya" userId="S::rahafaburaya@campus.technion.ac.il::32fa71a4-ae9b-4e9f-a869-ee75ac3097e2" providerId="AD" clId="Web-{94117562-DAF1-E655-82EE-C04B0C222F3F}" dt="2026-05-31T07:43:39.067" v="60"/>
          <pc:sldLayoutMkLst>
            <pc:docMk/>
            <pc:sldMasterMk cId="3413557009" sldId="2147483661"/>
            <pc:sldLayoutMk cId="532996062" sldId="2147483666"/>
          </pc:sldLayoutMkLst>
        </pc:sldLayoutChg>
        <pc:sldLayoutChg chg="mod">
          <pc:chgData name="Rahf Abu-Raiya" userId="S::rahafaburaya@campus.technion.ac.il::32fa71a4-ae9b-4e9f-a869-ee75ac3097e2" providerId="AD" clId="Web-{94117562-DAF1-E655-82EE-C04B0C222F3F}" dt="2026-05-31T07:43:39.067" v="60"/>
          <pc:sldLayoutMkLst>
            <pc:docMk/>
            <pc:sldMasterMk cId="3413557009" sldId="2147483661"/>
            <pc:sldLayoutMk cId="3257926903" sldId="2147483667"/>
          </pc:sldLayoutMkLst>
        </pc:sldLayoutChg>
        <pc:sldLayoutChg chg="mod">
          <pc:chgData name="Rahf Abu-Raiya" userId="S::rahafaburaya@campus.technion.ac.il::32fa71a4-ae9b-4e9f-a869-ee75ac3097e2" providerId="AD" clId="Web-{94117562-DAF1-E655-82EE-C04B0C222F3F}" dt="2026-05-31T07:43:39.067" v="60"/>
          <pc:sldLayoutMkLst>
            <pc:docMk/>
            <pc:sldMasterMk cId="3413557009" sldId="2147483661"/>
            <pc:sldLayoutMk cId="4087123359" sldId="2147483668"/>
          </pc:sldLayoutMkLst>
        </pc:sldLayoutChg>
        <pc:sldLayoutChg chg="mod">
          <pc:chgData name="Rahf Abu-Raiya" userId="S::rahafaburaya@campus.technion.ac.il::32fa71a4-ae9b-4e9f-a869-ee75ac3097e2" providerId="AD" clId="Web-{94117562-DAF1-E655-82EE-C04B0C222F3F}" dt="2026-05-31T07:43:39.067" v="60"/>
          <pc:sldLayoutMkLst>
            <pc:docMk/>
            <pc:sldMasterMk cId="3413557009" sldId="2147483661"/>
            <pc:sldLayoutMk cId="1590603149" sldId="2147483669"/>
          </pc:sldLayoutMkLst>
        </pc:sldLayoutChg>
        <pc:sldLayoutChg chg="mod">
          <pc:chgData name="Rahf Abu-Raiya" userId="S::rahafaburaya@campus.technion.ac.il::32fa71a4-ae9b-4e9f-a869-ee75ac3097e2" providerId="AD" clId="Web-{94117562-DAF1-E655-82EE-C04B0C222F3F}" dt="2026-05-31T07:43:39.067" v="60"/>
          <pc:sldLayoutMkLst>
            <pc:docMk/>
            <pc:sldMasterMk cId="3413557009" sldId="2147483661"/>
            <pc:sldLayoutMk cId="3400481307" sldId="2147483670"/>
          </pc:sldLayoutMkLst>
        </pc:sldLayoutChg>
        <pc:sldLayoutChg chg="mod">
          <pc:chgData name="Rahf Abu-Raiya" userId="S::rahafaburaya@campus.technion.ac.il::32fa71a4-ae9b-4e9f-a869-ee75ac3097e2" providerId="AD" clId="Web-{94117562-DAF1-E655-82EE-C04B0C222F3F}" dt="2026-05-31T07:43:39.067" v="60"/>
          <pc:sldLayoutMkLst>
            <pc:docMk/>
            <pc:sldMasterMk cId="3413557009" sldId="2147483661"/>
            <pc:sldLayoutMk cId="1404203819" sldId="2147483671"/>
          </pc:sldLayoutMkLst>
        </pc:sldLayoutChg>
        <pc:sldLayoutChg chg="mod">
          <pc:chgData name="Rahf Abu-Raiya" userId="S::rahafaburaya@campus.technion.ac.il::32fa71a4-ae9b-4e9f-a869-ee75ac3097e2" providerId="AD" clId="Web-{94117562-DAF1-E655-82EE-C04B0C222F3F}" dt="2026-05-31T07:43:39.067" v="60"/>
          <pc:sldLayoutMkLst>
            <pc:docMk/>
            <pc:sldMasterMk cId="3413557009" sldId="2147483661"/>
            <pc:sldLayoutMk cId="3323305328" sldId="2147483672"/>
          </pc:sldLayoutMkLst>
        </pc:sldLayoutChg>
      </pc:sldMasterChg>
    </pc:docChg>
  </pc:docChgLst>
  <pc:docChgLst>
    <pc:chgData name="Rahf Abu-Raiya" userId="S::rahafaburaya@campus.technion.ac.il::32fa71a4-ae9b-4e9f-a869-ee75ac3097e2" providerId="AD" clId="Web-{51DCB06A-3E86-41B0-53F9-363EFC47959A}"/>
    <pc:docChg chg="modSld">
      <pc:chgData name="Rahf Abu-Raiya" userId="S::rahafaburaya@campus.technion.ac.il::32fa71a4-ae9b-4e9f-a869-ee75ac3097e2" providerId="AD" clId="Web-{51DCB06A-3E86-41B0-53F9-363EFC47959A}" dt="2026-05-30T20:11:09.925" v="34"/>
      <pc:docMkLst>
        <pc:docMk/>
      </pc:docMkLst>
      <pc:sldChg chg="modSp">
        <pc:chgData name="Rahf Abu-Raiya" userId="S::rahafaburaya@campus.technion.ac.il::32fa71a4-ae9b-4e9f-a869-ee75ac3097e2" providerId="AD" clId="Web-{51DCB06A-3E86-41B0-53F9-363EFC47959A}" dt="2026-05-30T16:41:24.423" v="33" actId="20577"/>
        <pc:sldMkLst>
          <pc:docMk/>
          <pc:sldMk cId="513101541" sldId="476"/>
        </pc:sldMkLst>
        <pc:spChg chg="mod">
          <ac:chgData name="Rahf Abu-Raiya" userId="S::rahafaburaya@campus.technion.ac.il::32fa71a4-ae9b-4e9f-a869-ee75ac3097e2" providerId="AD" clId="Web-{51DCB06A-3E86-41B0-53F9-363EFC47959A}" dt="2026-05-30T16:41:24.423" v="33" actId="20577"/>
          <ac:spMkLst>
            <pc:docMk/>
            <pc:sldMk cId="513101541" sldId="476"/>
            <ac:spMk id="8" creationId="{BB3F119F-11C9-8A14-D49B-28BB29E8E4AC}"/>
          </ac:spMkLst>
        </pc:spChg>
      </pc:sldChg>
      <pc:sldChg chg="delSp">
        <pc:chgData name="Rahf Abu-Raiya" userId="S::rahafaburaya@campus.technion.ac.il::32fa71a4-ae9b-4e9f-a869-ee75ac3097e2" providerId="AD" clId="Web-{51DCB06A-3E86-41B0-53F9-363EFC47959A}" dt="2026-05-30T20:11:09.925" v="34"/>
        <pc:sldMkLst>
          <pc:docMk/>
          <pc:sldMk cId="3556662489" sldId="481"/>
        </pc:sldMkLst>
        <pc:picChg chg="del">
          <ac:chgData name="Rahf Abu-Raiya" userId="S::rahafaburaya@campus.technion.ac.il::32fa71a4-ae9b-4e9f-a869-ee75ac3097e2" providerId="AD" clId="Web-{51DCB06A-3E86-41B0-53F9-363EFC47959A}" dt="2026-05-30T20:11:09.925" v="34"/>
          <ac:picMkLst>
            <pc:docMk/>
            <pc:sldMk cId="3556662489" sldId="481"/>
            <ac:picMk id="7" creationId="{C944DF2A-4EDE-CC40-326F-9A07C0ED4BBA}"/>
          </ac:picMkLst>
        </pc:picChg>
      </pc:sldChg>
    </pc:docChg>
  </pc:docChgLst>
  <pc:docChgLst>
    <pc:chgData name="Rahf Abu-Raiya" userId="S::rahafaburaya@campus.technion.ac.il::32fa71a4-ae9b-4e9f-a869-ee75ac3097e2" providerId="AD" clId="Web-{9A6C5AED-0229-153A-EA15-020576D421FC}"/>
    <pc:docChg chg="modSld">
      <pc:chgData name="Rahf Abu-Raiya" userId="S::rahafaburaya@campus.technion.ac.il::32fa71a4-ae9b-4e9f-a869-ee75ac3097e2" providerId="AD" clId="Web-{9A6C5AED-0229-153A-EA15-020576D421FC}" dt="2026-05-30T15:44:53.521" v="134" actId="14100"/>
      <pc:docMkLst>
        <pc:docMk/>
      </pc:docMkLst>
      <pc:sldChg chg="modSp">
        <pc:chgData name="Rahf Abu-Raiya" userId="S::rahafaburaya@campus.technion.ac.il::32fa71a4-ae9b-4e9f-a869-ee75ac3097e2" providerId="AD" clId="Web-{9A6C5AED-0229-153A-EA15-020576D421FC}" dt="2026-05-30T15:44:53.521" v="134" actId="14100"/>
        <pc:sldMkLst>
          <pc:docMk/>
          <pc:sldMk cId="2959229305" sldId="484"/>
        </pc:sldMkLst>
        <pc:spChg chg="mod">
          <ac:chgData name="Rahf Abu-Raiya" userId="S::rahafaburaya@campus.technion.ac.il::32fa71a4-ae9b-4e9f-a869-ee75ac3097e2" providerId="AD" clId="Web-{9A6C5AED-0229-153A-EA15-020576D421FC}" dt="2026-05-30T15:44:53.521" v="134" actId="14100"/>
          <ac:spMkLst>
            <pc:docMk/>
            <pc:sldMk cId="2959229305" sldId="484"/>
            <ac:spMk id="4" creationId="{73ED790F-F994-3D4D-8BF0-E3CDB9F12D6E}"/>
          </ac:spMkLst>
        </pc:spChg>
      </pc:sldChg>
    </pc:docChg>
  </pc:docChgLst>
  <pc:docChgLst>
    <pc:chgData name="Rahf Abu-Raiya" userId="S::rahafaburaya@campus.technion.ac.il::32fa71a4-ae9b-4e9f-a869-ee75ac3097e2" providerId="AD" clId="Web-{1AE18E17-C113-78C5-72C4-9A02EF2FBFF0}"/>
    <pc:docChg chg="modSld">
      <pc:chgData name="Rahf Abu-Raiya" userId="S::rahafaburaya@campus.technion.ac.il::32fa71a4-ae9b-4e9f-a869-ee75ac3097e2" providerId="AD" clId="Web-{1AE18E17-C113-78C5-72C4-9A02EF2FBFF0}" dt="2026-05-30T20:42:20.852" v="9"/>
      <pc:docMkLst>
        <pc:docMk/>
      </pc:docMkLst>
      <pc:sldChg chg="addSp modSp">
        <pc:chgData name="Rahf Abu-Raiya" userId="S::rahafaburaya@campus.technion.ac.il::32fa71a4-ae9b-4e9f-a869-ee75ac3097e2" providerId="AD" clId="Web-{1AE18E17-C113-78C5-72C4-9A02EF2FBFF0}" dt="2026-05-30T20:31:04.932" v="6" actId="14100"/>
        <pc:sldMkLst>
          <pc:docMk/>
          <pc:sldMk cId="3556662489" sldId="481"/>
        </pc:sldMkLst>
        <pc:picChg chg="add mod modCrop">
          <ac:chgData name="Rahf Abu-Raiya" userId="S::rahafaburaya@campus.technion.ac.il::32fa71a4-ae9b-4e9f-a869-ee75ac3097e2" providerId="AD" clId="Web-{1AE18E17-C113-78C5-72C4-9A02EF2FBFF0}" dt="2026-05-30T20:31:04.932" v="6" actId="14100"/>
          <ac:picMkLst>
            <pc:docMk/>
            <pc:sldMk cId="3556662489" sldId="481"/>
            <ac:picMk id="2" creationId="{C52E89A9-04A3-B9E1-5F60-60534DA9D968}"/>
          </ac:picMkLst>
        </pc:picChg>
      </pc:sldChg>
      <pc:sldChg chg="addSp delSp modSp mod modClrScheme chgLayout">
        <pc:chgData name="Rahf Abu-Raiya" userId="S::rahafaburaya@campus.technion.ac.il::32fa71a4-ae9b-4e9f-a869-ee75ac3097e2" providerId="AD" clId="Web-{1AE18E17-C113-78C5-72C4-9A02EF2FBFF0}" dt="2026-05-30T20:42:20.852" v="9"/>
        <pc:sldMkLst>
          <pc:docMk/>
          <pc:sldMk cId="2959229305" sldId="484"/>
        </pc:sldMkLst>
        <pc:spChg chg="add del">
          <ac:chgData name="Rahf Abu-Raiya" userId="S::rahafaburaya@campus.technion.ac.il::32fa71a4-ae9b-4e9f-a869-ee75ac3097e2" providerId="AD" clId="Web-{1AE18E17-C113-78C5-72C4-9A02EF2FBFF0}" dt="2026-05-30T20:42:20.852" v="9"/>
          <ac:spMkLst>
            <pc:docMk/>
            <pc:sldMk cId="2959229305" sldId="484"/>
            <ac:spMk id="4" creationId="{73ED790F-F994-3D4D-8BF0-E3CDB9F12D6E}"/>
          </ac:spMkLst>
        </pc:spChg>
        <pc:spChg chg="mod">
          <ac:chgData name="Rahf Abu-Raiya" userId="S::rahafaburaya@campus.technion.ac.il::32fa71a4-ae9b-4e9f-a869-ee75ac3097e2" providerId="AD" clId="Web-{1AE18E17-C113-78C5-72C4-9A02EF2FBFF0}" dt="2026-05-30T20:42:20.852" v="9"/>
          <ac:spMkLst>
            <pc:docMk/>
            <pc:sldMk cId="2959229305" sldId="484"/>
            <ac:spMk id="9" creationId="{93C34402-D91C-A981-080F-43DA0A96F3AE}"/>
          </ac:spMkLst>
        </pc:spChg>
        <pc:spChg chg="mod">
          <ac:chgData name="Rahf Abu-Raiya" userId="S::rahafaburaya@campus.technion.ac.il::32fa71a4-ae9b-4e9f-a869-ee75ac3097e2" providerId="AD" clId="Web-{1AE18E17-C113-78C5-72C4-9A02EF2FBFF0}" dt="2026-05-30T20:42:20.852" v="9"/>
          <ac:spMkLst>
            <pc:docMk/>
            <pc:sldMk cId="2959229305" sldId="484"/>
            <ac:spMk id="10" creationId="{A3BB21C3-1140-1C48-A32D-AAB80A6CBF9D}"/>
          </ac:spMkLst>
        </pc:spChg>
        <pc:graphicFrameChg chg="add del">
          <ac:chgData name="Rahf Abu-Raiya" userId="S::rahafaburaya@campus.technion.ac.il::32fa71a4-ae9b-4e9f-a869-ee75ac3097e2" providerId="AD" clId="Web-{1AE18E17-C113-78C5-72C4-9A02EF2FBFF0}" dt="2026-05-30T20:42:20.805" v="8"/>
          <ac:graphicFrameMkLst>
            <pc:docMk/>
            <pc:sldMk cId="2959229305" sldId="484"/>
            <ac:graphicFrameMk id="12" creationId="{BF4EBCC7-7705-B3C9-65FE-4FB45EA6B159}"/>
          </ac:graphicFrameMkLst>
        </pc:graphicFrameChg>
        <pc:graphicFrameChg chg="add">
          <ac:chgData name="Rahf Abu-Raiya" userId="S::rahafaburaya@campus.technion.ac.il::32fa71a4-ae9b-4e9f-a869-ee75ac3097e2" providerId="AD" clId="Web-{1AE18E17-C113-78C5-72C4-9A02EF2FBFF0}" dt="2026-05-30T20:42:20.852" v="9"/>
          <ac:graphicFrameMkLst>
            <pc:docMk/>
            <pc:sldMk cId="2959229305" sldId="484"/>
            <ac:graphicFrameMk id="14" creationId="{94BD86D4-BB51-E7B0-4FC1-BDD43F60097D}"/>
          </ac:graphicFrameMkLst>
        </pc:graphicFrameChg>
      </pc:sldChg>
    </pc:docChg>
  </pc:docChgLst>
</pc:chgInfo>
</file>

<file path=ppt/comments/modernComment_1DA_3071293A.xml><?xml version="1.0" encoding="utf-8"?>
<p188:cmLst xmlns:a="http://schemas.openxmlformats.org/drawingml/2006/main" xmlns:r="http://schemas.openxmlformats.org/officeDocument/2006/relationships" xmlns:p188="http://schemas.microsoft.com/office/powerpoint/2018/8/main">
  <p188:cm id="{09D11D2C-416E-A64A-92CB-E65473B3B4AC}" authorId="{3FFD1A3E-211F-A60E-1EA1-73E571C405B8}" created="2026-05-30T16:20:15.389">
    <pc:sldMkLst xmlns:pc="http://schemas.microsoft.com/office/powerpoint/2013/main/command">
      <pc:docMk/>
      <pc:sldMk cId="812722490" sldId="474"/>
    </pc:sldMkLst>
    <p188:txBody>
      <a:bodyPr/>
      <a:lstStyle/>
      <a:p>
        <a:r>
          <a:rPr lang="en-IL"/>
          <a:t>כדאי שהמצגת תכיל מינימום טקסט ומקסימום איורים לטובת הסבר בעל פה, נסו לצמצם את הטקסט ולהחליפם באיורים</a:t>
        </a:r>
      </a:p>
    </p188:txBody>
  </p188:cm>
  <p188:cm id="{0464434B-15C2-6F42-8E54-91D7505901E5}" authorId="{3FFD1A3E-211F-A60E-1EA1-73E571C405B8}" created="2026-05-30T16:24:37.523">
    <pc:sldMkLst xmlns:pc="http://schemas.microsoft.com/office/powerpoint/2013/main/command">
      <pc:docMk/>
      <pc:sldMk cId="812722490" sldId="474"/>
    </pc:sldMkLst>
    <p188:txBody>
      <a:bodyPr/>
      <a:lstStyle/>
      <a:p>
        <a:r>
          <a:rPr lang="en-IL"/>
          <a:t>במצגות אף פעם אל תשמשו בנקודות בסוף משפט, זה לא דוח</a:t>
        </a:r>
      </a:p>
    </p188:txBody>
  </p188:cm>
</p188:cmLst>
</file>

<file path=ppt/comments/modernComment_1DC_1E954EE5.xml><?xml version="1.0" encoding="utf-8"?>
<p188:cmLst xmlns:a="http://schemas.openxmlformats.org/drawingml/2006/main" xmlns:r="http://schemas.openxmlformats.org/officeDocument/2006/relationships" xmlns:p188="http://schemas.microsoft.com/office/powerpoint/2018/8/main">
  <p188:cm id="{9296B76F-A30E-D841-8558-0AEF99720CE8}" authorId="{3FFD1A3E-211F-A60E-1EA1-73E571C405B8}" created="2026-05-30T16:16:56.368">
    <pc:sldMkLst xmlns:pc="http://schemas.microsoft.com/office/powerpoint/2013/main/command">
      <pc:docMk/>
      <pc:sldMk cId="513101541" sldId="476"/>
    </pc:sldMkLst>
    <p188:txBody>
      <a:bodyPr/>
      <a:lstStyle/>
      <a:p>
        <a:r>
          <a:rPr lang="en-IL"/>
          <a:t>בבקשה להוסיף לוגו של קבוצת המחקר בכל השקפים, שמתי בתיקייה הראשית</a:t>
        </a:r>
      </a:p>
    </p188:txBody>
  </p188:cm>
  <p188:cm id="{CF1B6A7A-6E4B-B944-BC15-E2C6B1D9B609}" authorId="{3FFD1A3E-211F-A60E-1EA1-73E571C405B8}" created="2026-05-30T16:18:46.344">
    <pc:sldMkLst xmlns:pc="http://schemas.microsoft.com/office/powerpoint/2013/main/command">
      <pc:docMk/>
      <pc:sldMk cId="513101541" sldId="476"/>
    </pc:sldMkLst>
    <p188:txBody>
      <a:bodyPr/>
      <a:lstStyle/>
      <a:p>
        <a:r>
          <a:rPr lang="en-IL"/>
          <a:t>בבקשה לשים תמונה מצייגת של הפרויקט או משהו שיתאר בצורה טובה את הפרויקטף במקרה הזה יכול להיות תמונה של 
FPGA
גרפים דיגיטליים לטובת ניתוח אותות או משהו דומה אחר יצירתי שתחשבו עליו
כדאי גם להוסיף קצת עיצוב מעניין למצגת, יש כל מיני טמפלייטים</a:t>
        </a:r>
      </a:p>
    </p188:txBody>
  </p188:cm>
  <p188:cm id="{1A8E8683-6AFC-534A-A24F-04A93D5B229F}" authorId="{3FFD1A3E-211F-A60E-1EA1-73E571C405B8}" created="2026-05-30T16:19:11.307">
    <pc:sldMkLst xmlns:pc="http://schemas.microsoft.com/office/powerpoint/2013/main/command">
      <pc:docMk/>
      <pc:sldMk cId="513101541" sldId="476"/>
    </pc:sldMkLst>
    <p188:txBody>
      <a:bodyPr/>
      <a:lstStyle/>
      <a:p>
        <a:r>
          <a:rPr lang="en-IL"/>
          <a:t>בבקשה להוסיף מספרי זהות לשקופית הראשית</a:t>
        </a:r>
      </a:p>
    </p188:txBody>
  </p188:cm>
</p188:cmLst>
</file>

<file path=ppt/comments/modernComment_1DE_E6731E29.xml><?xml version="1.0" encoding="utf-8"?>
<p188:cmLst xmlns:a="http://schemas.openxmlformats.org/drawingml/2006/main" xmlns:r="http://schemas.openxmlformats.org/officeDocument/2006/relationships" xmlns:p188="http://schemas.microsoft.com/office/powerpoint/2018/8/main">
  <p188:cm id="{E3BEBC7C-383B-0744-8484-B89892490384}" authorId="{3FFD1A3E-211F-A60E-1EA1-73E571C405B8}" created="2026-05-30T16:20:31.837">
    <pc:sldMkLst xmlns:pc="http://schemas.microsoft.com/office/powerpoint/2013/main/command">
      <pc:docMk/>
      <pc:sldMk cId="3866304041" sldId="478"/>
    </pc:sldMkLst>
    <p188:txBody>
      <a:bodyPr/>
      <a:lstStyle/>
      <a:p>
        <a:r>
          <a:rPr lang="en-IL"/>
          <a:t>אותה הערה כמו בשקף הקודם</a:t>
        </a:r>
      </a:p>
    </p188:txBody>
  </p188:cm>
  <p188:cm id="{FFF0F78D-8D2B-7944-B0C2-57165B7FF5A2}" authorId="{3FFD1A3E-211F-A60E-1EA1-73E571C405B8}" created="2026-05-30T16:24:57.527">
    <pc:sldMkLst xmlns:pc="http://schemas.microsoft.com/office/powerpoint/2013/main/command">
      <pc:docMk/>
      <pc:sldMk cId="3866304041" sldId="478"/>
    </pc:sldMkLst>
    <p188:txBody>
      <a:bodyPr/>
      <a:lstStyle/>
      <a:p>
        <a:r>
          <a:rPr lang="en-IL"/>
          <a:t>להסיר נקודות ולצמצם טקסט</a:t>
        </a:r>
      </a:p>
    </p188:txBody>
  </p188:cm>
</p188:cmLst>
</file>

<file path=ppt/comments/modernComment_1E0_EAB86A0.xml><?xml version="1.0" encoding="utf-8"?>
<p188:cmLst xmlns:a="http://schemas.openxmlformats.org/drawingml/2006/main" xmlns:r="http://schemas.openxmlformats.org/officeDocument/2006/relationships" xmlns:p188="http://schemas.microsoft.com/office/powerpoint/2018/8/main">
  <p188:cm id="{DC67C8D2-BFD2-B248-8BCE-BDD49A757F10}" authorId="{3FFD1A3E-211F-A60E-1EA1-73E571C405B8}" created="2026-05-30T16:25:30.172">
    <pc:sldMkLst xmlns:pc="http://schemas.microsoft.com/office/powerpoint/2013/main/command">
      <pc:docMk/>
      <pc:sldMk cId="246122144" sldId="480"/>
    </pc:sldMkLst>
    <p188:txBody>
      <a:bodyPr/>
      <a:lstStyle/>
      <a:p>
        <a:r>
          <a:rPr lang="en-IL"/>
          <a:t>להסיר נקודות ולהשתדל לצמצם טקסט איפה שאפשר</a:t>
        </a:r>
      </a:p>
    </p188:txBody>
  </p188:cm>
</p188:cmLst>
</file>

<file path=ppt/comments/modernComment_1E1_D3FE5CD9.xml><?xml version="1.0" encoding="utf-8"?>
<p188:cmLst xmlns:a="http://schemas.openxmlformats.org/drawingml/2006/main" xmlns:r="http://schemas.openxmlformats.org/officeDocument/2006/relationships" xmlns:p188="http://schemas.microsoft.com/office/powerpoint/2018/8/main">
  <p188:cm id="{514E610D-BDC9-3542-B25C-097F643AE9E8}" authorId="{3FFD1A3E-211F-A60E-1EA1-73E571C405B8}" created="2026-05-30T16:27:53.336">
    <pc:sldMkLst xmlns:pc="http://schemas.microsoft.com/office/powerpoint/2013/main/command">
      <pc:docMk/>
      <pc:sldMk cId="3556662489" sldId="481"/>
    </pc:sldMkLst>
    <p188:txBody>
      <a:bodyPr/>
      <a:lstStyle/>
      <a:p>
        <a:r>
          <a:rPr lang="en-IL"/>
          <a:t>בסך הכל כוונת השקף טובה, אך האיורים לא פרופורציונים, נסו להשקיע קצת יותר ואולי תוכלו כאן להיעזר עם כלי 
AI
הסבירו מה משמעות הקווים השונים כגון צמות ומחברי
D-TYPE</a:t>
        </a:r>
      </a:p>
    </p188:txBody>
  </p188:cm>
  <p188:cm id="{1E5A22C7-EF93-0343-A619-9B24C08EEBFB}" authorId="{3FFD1A3E-211F-A60E-1EA1-73E571C405B8}" created="2026-05-30T16:31:00.146">
    <ac:deMkLst xmlns:ac="http://schemas.microsoft.com/office/drawing/2013/main/command">
      <pc:docMk xmlns:pc="http://schemas.microsoft.com/office/powerpoint/2013/main/command"/>
      <pc:sldMk xmlns:pc="http://schemas.microsoft.com/office/powerpoint/2013/main/command" cId="3556662489" sldId="481"/>
      <ac:spMk id="9" creationId="{AE564668-6704-3B21-443F-0D25C8A80756}"/>
    </ac:deMkLst>
    <p188:txBody>
      <a:bodyPr/>
      <a:lstStyle/>
      <a:p>
        <a:r>
          <a:rPr lang="en-IL"/>
          <a:t>הייתי משנה את הכותרת ל-
Example of functional chip analysis setup</a:t>
        </a:r>
      </a:p>
    </p188:txBody>
  </p188:cm>
</p188:cmLst>
</file>

<file path=ppt/comments/modernComment_1E2_C4A6A148.xml><?xml version="1.0" encoding="utf-8"?>
<p188:cmLst xmlns:a="http://schemas.openxmlformats.org/drawingml/2006/main" xmlns:r="http://schemas.openxmlformats.org/officeDocument/2006/relationships" xmlns:p188="http://schemas.microsoft.com/office/powerpoint/2018/8/main">
  <p188:cm id="{FA13B7D4-1E71-0146-A3A2-097AAC013522}" authorId="{3FFD1A3E-211F-A60E-1EA1-73E571C405B8}" created="2026-05-30T16:26:19.728">
    <pc:sldMkLst xmlns:pc="http://schemas.microsoft.com/office/powerpoint/2013/main/command">
      <pc:docMk/>
      <pc:sldMk cId="3299254600" sldId="482"/>
    </pc:sldMkLst>
    <p188:txBody>
      <a:bodyPr/>
      <a:lstStyle/>
      <a:p>
        <a:r>
          <a:rPr lang="en-IL"/>
          <a:t>להסיר נקודות ולצמצם טקסט, נסו להשתמש בכמה שיותר איורים בכל שקף לטובת המחשה, קשה להתרכז בהסבר המילולי שלכם אם יופיע הרבה טקסט במצגת</a:t>
        </a:r>
      </a:p>
    </p188:txBody>
  </p188:cm>
</p188:cmLst>
</file>

<file path=ppt/comments/modernComment_1E3_F69DC7A8.xml><?xml version="1.0" encoding="utf-8"?>
<p188:cmLst xmlns:a="http://schemas.openxmlformats.org/drawingml/2006/main" xmlns:r="http://schemas.openxmlformats.org/officeDocument/2006/relationships" xmlns:p188="http://schemas.microsoft.com/office/powerpoint/2018/8/main">
  <p188:cm id="{C663A378-DE2E-6B49-A358-E2AD3DB743F6}" authorId="{3FFD1A3E-211F-A60E-1EA1-73E571C405B8}" created="2026-05-30T16:23:34.197">
    <pc:sldMkLst xmlns:pc="http://schemas.microsoft.com/office/powerpoint/2013/main/command">
      <pc:docMk/>
      <pc:sldMk cId="4137535400" sldId="483"/>
    </pc:sldMkLst>
    <p188:txBody>
      <a:bodyPr/>
      <a:lstStyle/>
      <a:p>
        <a:r>
          <a:rPr lang="en-IL"/>
          <a:t>נסו להסביר מה בדיוק מקשר בין ה- 
FPGA
לבין המעגל שמשמאל
אולי כדאי לחלק בתור התחלה ל-2 שקפים על מנת להסביר שמדובר בצ׳יפ מחקרי שנקבל מחברת טאוור לאחר תהליך של
Tape-Out
ורק לאחר מכן לרדת לפרטים במידת הצורך, ייתכן שאת הירידה לפרטים כדאי לעשות בשקך נפרד רק למקרה שתישאלו על כך
את הקשר בין הבלוקים עשו באמצעות חיצים עם טקסט הסבר בסיסי</a:t>
        </a:r>
      </a:p>
    </p188:txBody>
  </p188:cm>
</p188:cmLst>
</file>

<file path=ppt/comments/modernComment_1E4_B0624179.xml><?xml version="1.0" encoding="utf-8"?>
<p188:cmLst xmlns:a="http://schemas.openxmlformats.org/drawingml/2006/main" xmlns:r="http://schemas.openxmlformats.org/officeDocument/2006/relationships" xmlns:p188="http://schemas.microsoft.com/office/powerpoint/2018/8/main">
  <p188:cm id="{98570F78-E7CD-3A4B-9222-7600D6199CF8}" authorId="{3FFD1A3E-211F-A60E-1EA1-73E571C405B8}" created="2026-05-30T16:28:17.481">
    <pc:sldMkLst xmlns:pc="http://schemas.microsoft.com/office/powerpoint/2013/main/command">
      <pc:docMk/>
      <pc:sldMk cId="2959229305" sldId="484"/>
    </pc:sldMkLst>
    <p188:txBody>
      <a:bodyPr/>
      <a:lstStyle/>
      <a:p>
        <a:r>
          <a:rPr lang="en-IL"/>
          <a:t>ראו הערות משקפים קודמים לגבי הנקודות וצמצום הטקסט</a:t>
        </a:r>
      </a:p>
    </p188:txBody>
  </p188:cm>
</p188:cmLst>
</file>

<file path=ppt/comments/modernComment_1E5_754E92DA.xml><?xml version="1.0" encoding="utf-8"?>
<p188:cmLst xmlns:a="http://schemas.openxmlformats.org/drawingml/2006/main" xmlns:r="http://schemas.openxmlformats.org/officeDocument/2006/relationships" xmlns:p188="http://schemas.microsoft.com/office/powerpoint/2018/8/main">
  <p188:cm id="{66FAA018-C70F-E14B-B635-587B216F4AC1}" authorId="{3FFD1A3E-211F-A60E-1EA1-73E571C405B8}" created="2026-05-30T16:28:48.329">
    <pc:sldMkLst xmlns:pc="http://schemas.microsoft.com/office/powerpoint/2013/main/command">
      <pc:docMk/>
      <pc:sldMk cId="1968083674" sldId="485"/>
    </pc:sldMkLst>
    <p188:txBody>
      <a:bodyPr/>
      <a:lstStyle/>
      <a:p>
        <a:r>
          <a:rPr lang="en-IL"/>
          <a:t>הבלוקים חסרי פרופרציה אבל בסך הכל נראה בסדר</a:t>
        </a:r>
      </a:p>
    </p188:txBody>
  </p188:cm>
</p188:cmLst>
</file>

<file path=ppt/comments/modernComment_1E6_3C1C6A2D.xml><?xml version="1.0" encoding="utf-8"?>
<p188:cmLst xmlns:a="http://schemas.openxmlformats.org/drawingml/2006/main" xmlns:r="http://schemas.openxmlformats.org/officeDocument/2006/relationships" xmlns:p188="http://schemas.microsoft.com/office/powerpoint/2018/8/main">
  <p188:cm id="{B6CA1A6E-6E2B-E244-84E5-E83C993CA4A1}" authorId="{3FFD1A3E-211F-A60E-1EA1-73E571C405B8}" created="2026-05-30T16:28:56.633">
    <pc:sldMkLst xmlns:pc="http://schemas.microsoft.com/office/powerpoint/2013/main/command">
      <pc:docMk/>
      <pc:sldMk cId="1008495149" sldId="486"/>
    </pc:sldMkLst>
    <p188:txBody>
      <a:bodyPr/>
      <a:lstStyle/>
      <a:p>
        <a:r>
          <a:rPr lang="en-IL"/>
          <a:t>כנ״ל</a:t>
        </a:r>
      </a:p>
    </p188:txBody>
  </p188:cm>
</p188:cmLst>
</file>

<file path=ppt/diagrams/_rels/data1.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svg"/><Relationship Id="rId1" Type="http://schemas.openxmlformats.org/officeDocument/2006/relationships/image" Target="../media/image13.svg"/><Relationship Id="rId4" Type="http://schemas.openxmlformats.org/officeDocument/2006/relationships/image" Target="../media/image16.svg"/></Relationships>
</file>

<file path=ppt/diagrams/_rels/drawing1.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svg"/><Relationship Id="rId1" Type="http://schemas.openxmlformats.org/officeDocument/2006/relationships/image" Target="../media/image13.svg"/><Relationship Id="rId4" Type="http://schemas.openxmlformats.org/officeDocument/2006/relationships/image" Target="../media/image16.svg"/></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F24025D-3FC3-45BE-8885-E61EC4BB70DA}" type="doc">
      <dgm:prSet loTypeId="urn:microsoft.com/office/officeart/2018/2/layout/IconCircleList" loCatId="icon" qsTypeId="urn:microsoft.com/office/officeart/2005/8/quickstyle/simple1" qsCatId="simple" csTypeId="urn:microsoft.com/office/officeart/2005/8/colors/accent2_2" csCatId="accent2" phldr="1"/>
      <dgm:spPr/>
      <dgm:t>
        <a:bodyPr/>
        <a:lstStyle/>
        <a:p>
          <a:endParaRPr lang="en-US"/>
        </a:p>
      </dgm:t>
    </dgm:pt>
    <dgm:pt modelId="{C0EA1C96-6E8E-4276-BEFC-A31B881DE751}">
      <dgm:prSet/>
      <dgm:spPr/>
      <dgm:t>
        <a:bodyPr/>
        <a:lstStyle/>
        <a:p>
          <a:r>
            <a:rPr lang="en-US" b="1"/>
            <a:t>RTL Design Completion (Verilog): </a:t>
          </a:r>
          <a:r>
            <a:rPr lang="en-US"/>
            <a:t>Implement Finite State Machines (FSMs) for strict, non-overlapping timing phases and integrate clock/timer modules.</a:t>
          </a:r>
        </a:p>
      </dgm:t>
    </dgm:pt>
    <dgm:pt modelId="{0F5E3D18-9CCD-4923-8552-8CEA546F5680}" type="parTrans" cxnId="{17760913-2A2E-446D-8DB0-287B41A74B5C}">
      <dgm:prSet/>
      <dgm:spPr/>
      <dgm:t>
        <a:bodyPr/>
        <a:lstStyle/>
        <a:p>
          <a:endParaRPr lang="en-US"/>
        </a:p>
      </dgm:t>
    </dgm:pt>
    <dgm:pt modelId="{34E138C7-2827-4169-AA13-0E8BB335B333}" type="sibTrans" cxnId="{17760913-2A2E-446D-8DB0-287B41A74B5C}">
      <dgm:prSet/>
      <dgm:spPr/>
      <dgm:t>
        <a:bodyPr/>
        <a:lstStyle/>
        <a:p>
          <a:endParaRPr lang="en-US"/>
        </a:p>
      </dgm:t>
    </dgm:pt>
    <dgm:pt modelId="{DB861817-3F11-4E8C-A8B8-D2FB0F09E298}">
      <dgm:prSet/>
      <dgm:spPr/>
      <dgm:t>
        <a:bodyPr/>
        <a:lstStyle/>
        <a:p>
          <a:r>
            <a:rPr lang="en-US" b="1"/>
            <a:t>Interface Coding:</a:t>
          </a:r>
          <a:r>
            <a:rPr lang="en-US"/>
            <a:t> Complete Verilog blocks for the SIPO (weight programming) and PISO (data extraction) communication interfaces.</a:t>
          </a:r>
        </a:p>
      </dgm:t>
    </dgm:pt>
    <dgm:pt modelId="{12382353-1E1B-42E0-A59D-70A145816A74}" type="parTrans" cxnId="{7136B684-2E5B-488D-96DB-269A11984474}">
      <dgm:prSet/>
      <dgm:spPr/>
      <dgm:t>
        <a:bodyPr/>
        <a:lstStyle/>
        <a:p>
          <a:endParaRPr lang="en-US"/>
        </a:p>
      </dgm:t>
    </dgm:pt>
    <dgm:pt modelId="{319405C6-25BC-4D39-B9AC-5C5D00A33C68}" type="sibTrans" cxnId="{7136B684-2E5B-488D-96DB-269A11984474}">
      <dgm:prSet/>
      <dgm:spPr/>
      <dgm:t>
        <a:bodyPr/>
        <a:lstStyle/>
        <a:p>
          <a:endParaRPr lang="en-US"/>
        </a:p>
      </dgm:t>
    </dgm:pt>
    <dgm:pt modelId="{AF936C60-FDE0-4CFB-A79D-35863E04C310}">
      <dgm:prSet/>
      <dgm:spPr/>
      <dgm:t>
        <a:bodyPr/>
        <a:lstStyle/>
        <a:p>
          <a:r>
            <a:rPr lang="en-US" b="1"/>
            <a:t>Behavioral Testbench:</a:t>
          </a:r>
          <a:r>
            <a:rPr lang="en-US"/>
            <a:t> Set up a simulation environment in AMD Xilinx Vivado to model the target TD-nvIMC ASIC.</a:t>
          </a:r>
        </a:p>
      </dgm:t>
    </dgm:pt>
    <dgm:pt modelId="{C22CA3DC-9A91-48AB-BBCA-59D16CA67BD0}" type="parTrans" cxnId="{1D86ADDE-F7A0-4C81-9D5C-A82D9DB3DF8C}">
      <dgm:prSet/>
      <dgm:spPr/>
      <dgm:t>
        <a:bodyPr/>
        <a:lstStyle/>
        <a:p>
          <a:endParaRPr lang="en-US"/>
        </a:p>
      </dgm:t>
    </dgm:pt>
    <dgm:pt modelId="{97C4FF28-CCB0-4548-A203-7E0107E43845}" type="sibTrans" cxnId="{1D86ADDE-F7A0-4C81-9D5C-A82D9DB3DF8C}">
      <dgm:prSet/>
      <dgm:spPr/>
      <dgm:t>
        <a:bodyPr/>
        <a:lstStyle/>
        <a:p>
          <a:endParaRPr lang="en-US"/>
        </a:p>
      </dgm:t>
    </dgm:pt>
    <dgm:pt modelId="{F026CC84-BF7C-48EA-BF69-CEB32ABCB70B}">
      <dgm:prSet/>
      <dgm:spPr/>
      <dgm:t>
        <a:bodyPr/>
        <a:lstStyle/>
        <a:p>
          <a:r>
            <a:rPr lang="en-US" b="1"/>
            <a:t>Feasibility Deliverable:</a:t>
          </a:r>
          <a:r>
            <a:rPr lang="en-US"/>
            <a:t> Achieve successful Functional RTL Simulations (XSim). Present clear simulation waveforms proving synchronized data flow and timing accuracy before moving to physical hardware.</a:t>
          </a:r>
        </a:p>
      </dgm:t>
    </dgm:pt>
    <dgm:pt modelId="{6A7D784E-BA4E-4132-A2F6-C055A43DF7AB}" type="parTrans" cxnId="{B18FBCAA-EA9D-45E9-A1CA-D1EAD6F9D24A}">
      <dgm:prSet/>
      <dgm:spPr/>
      <dgm:t>
        <a:bodyPr/>
        <a:lstStyle/>
        <a:p>
          <a:endParaRPr lang="en-US"/>
        </a:p>
      </dgm:t>
    </dgm:pt>
    <dgm:pt modelId="{41B3006C-20D8-4EE0-A949-CC5EFABC6242}" type="sibTrans" cxnId="{B18FBCAA-EA9D-45E9-A1CA-D1EAD6F9D24A}">
      <dgm:prSet/>
      <dgm:spPr/>
      <dgm:t>
        <a:bodyPr/>
        <a:lstStyle/>
        <a:p>
          <a:endParaRPr lang="en-US"/>
        </a:p>
      </dgm:t>
    </dgm:pt>
    <dgm:pt modelId="{9C16128C-ADEE-4DDE-9434-BAB78D492539}" type="pres">
      <dgm:prSet presAssocID="{0F24025D-3FC3-45BE-8885-E61EC4BB70DA}" presName="root" presStyleCnt="0">
        <dgm:presLayoutVars>
          <dgm:dir/>
          <dgm:resizeHandles val="exact"/>
        </dgm:presLayoutVars>
      </dgm:prSet>
      <dgm:spPr/>
    </dgm:pt>
    <dgm:pt modelId="{31CD7195-1C47-4083-82F8-77CB1B7DA583}" type="pres">
      <dgm:prSet presAssocID="{0F24025D-3FC3-45BE-8885-E61EC4BB70DA}" presName="container" presStyleCnt="0">
        <dgm:presLayoutVars>
          <dgm:dir/>
          <dgm:resizeHandles val="exact"/>
        </dgm:presLayoutVars>
      </dgm:prSet>
      <dgm:spPr/>
    </dgm:pt>
    <dgm:pt modelId="{D1CE8251-6C46-44AC-A67A-662EDF8CA98E}" type="pres">
      <dgm:prSet presAssocID="{C0EA1C96-6E8E-4276-BEFC-A31B881DE751}" presName="compNode" presStyleCnt="0"/>
      <dgm:spPr/>
    </dgm:pt>
    <dgm:pt modelId="{56D9A4A4-2F1A-4485-8C63-274B21BCDB57}" type="pres">
      <dgm:prSet presAssocID="{C0EA1C96-6E8E-4276-BEFC-A31B881DE751}" presName="iconBgRect" presStyleLbl="bgShp" presStyleIdx="0" presStyleCnt="4"/>
      <dgm:spPr/>
    </dgm:pt>
    <dgm:pt modelId="{14CBFD93-6BF6-4C30-85AB-8CB1E283489E}" type="pres">
      <dgm:prSet presAssocID="{C0EA1C96-6E8E-4276-BEFC-A31B881DE751}"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Flowchart"/>
        </a:ext>
      </dgm:extLst>
    </dgm:pt>
    <dgm:pt modelId="{21099B81-561D-4039-A550-D82664FA90A5}" type="pres">
      <dgm:prSet presAssocID="{C0EA1C96-6E8E-4276-BEFC-A31B881DE751}" presName="spaceRect" presStyleCnt="0"/>
      <dgm:spPr/>
    </dgm:pt>
    <dgm:pt modelId="{72F84B40-4E6B-4927-B1B0-91284EEE8DEB}" type="pres">
      <dgm:prSet presAssocID="{C0EA1C96-6E8E-4276-BEFC-A31B881DE751}" presName="textRect" presStyleLbl="revTx" presStyleIdx="0" presStyleCnt="4">
        <dgm:presLayoutVars>
          <dgm:chMax val="1"/>
          <dgm:chPref val="1"/>
        </dgm:presLayoutVars>
      </dgm:prSet>
      <dgm:spPr/>
    </dgm:pt>
    <dgm:pt modelId="{7B023A34-0CC1-4A97-B39F-2BB945E06076}" type="pres">
      <dgm:prSet presAssocID="{34E138C7-2827-4169-AA13-0E8BB335B333}" presName="sibTrans" presStyleLbl="sibTrans2D1" presStyleIdx="0" presStyleCnt="0"/>
      <dgm:spPr/>
    </dgm:pt>
    <dgm:pt modelId="{A49CF27F-48ED-4FA6-B035-A1A70C214B23}" type="pres">
      <dgm:prSet presAssocID="{DB861817-3F11-4E8C-A8B8-D2FB0F09E298}" presName="compNode" presStyleCnt="0"/>
      <dgm:spPr/>
    </dgm:pt>
    <dgm:pt modelId="{2BD42115-158B-4643-A30F-DC085558000C}" type="pres">
      <dgm:prSet presAssocID="{DB861817-3F11-4E8C-A8B8-D2FB0F09E298}" presName="iconBgRect" presStyleLbl="bgShp" presStyleIdx="1" presStyleCnt="4"/>
      <dgm:spPr/>
    </dgm:pt>
    <dgm:pt modelId="{ECA523FF-44DC-47BC-9653-21B3AA19100A}" type="pres">
      <dgm:prSet presAssocID="{DB861817-3F11-4E8C-A8B8-D2FB0F09E298}"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Gears"/>
        </a:ext>
      </dgm:extLst>
    </dgm:pt>
    <dgm:pt modelId="{309BD162-03AE-4106-863A-81B6A7C558F6}" type="pres">
      <dgm:prSet presAssocID="{DB861817-3F11-4E8C-A8B8-D2FB0F09E298}" presName="spaceRect" presStyleCnt="0"/>
      <dgm:spPr/>
    </dgm:pt>
    <dgm:pt modelId="{B2051492-A752-4D96-AC3A-63EE777F2752}" type="pres">
      <dgm:prSet presAssocID="{DB861817-3F11-4E8C-A8B8-D2FB0F09E298}" presName="textRect" presStyleLbl="revTx" presStyleIdx="1" presStyleCnt="4">
        <dgm:presLayoutVars>
          <dgm:chMax val="1"/>
          <dgm:chPref val="1"/>
        </dgm:presLayoutVars>
      </dgm:prSet>
      <dgm:spPr/>
    </dgm:pt>
    <dgm:pt modelId="{EAE3C7D0-839E-4BCC-ACA6-9F987CBA24DC}" type="pres">
      <dgm:prSet presAssocID="{319405C6-25BC-4D39-B9AC-5C5D00A33C68}" presName="sibTrans" presStyleLbl="sibTrans2D1" presStyleIdx="0" presStyleCnt="0"/>
      <dgm:spPr/>
    </dgm:pt>
    <dgm:pt modelId="{0FD5FFA0-D300-4A49-B9F4-E47D3FECDF36}" type="pres">
      <dgm:prSet presAssocID="{AF936C60-FDE0-4CFB-A79D-35863E04C310}" presName="compNode" presStyleCnt="0"/>
      <dgm:spPr/>
    </dgm:pt>
    <dgm:pt modelId="{2B8F069B-CF3A-445B-9178-CECC48623746}" type="pres">
      <dgm:prSet presAssocID="{AF936C60-FDE0-4CFB-A79D-35863E04C310}" presName="iconBgRect" presStyleLbl="bgShp" presStyleIdx="2" presStyleCnt="4"/>
      <dgm:spPr/>
    </dgm:pt>
    <dgm:pt modelId="{14AD47DF-103A-4158-A81C-3EB30FA72C78}" type="pres">
      <dgm:prSet presAssocID="{AF936C60-FDE0-4CFB-A79D-35863E04C310}"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Person with Idea"/>
        </a:ext>
      </dgm:extLst>
    </dgm:pt>
    <dgm:pt modelId="{04E1020D-7508-42F2-8A70-6B50729B82C0}" type="pres">
      <dgm:prSet presAssocID="{AF936C60-FDE0-4CFB-A79D-35863E04C310}" presName="spaceRect" presStyleCnt="0"/>
      <dgm:spPr/>
    </dgm:pt>
    <dgm:pt modelId="{A60C65A0-80FF-4AB3-A408-13158A52E7E7}" type="pres">
      <dgm:prSet presAssocID="{AF936C60-FDE0-4CFB-A79D-35863E04C310}" presName="textRect" presStyleLbl="revTx" presStyleIdx="2" presStyleCnt="4">
        <dgm:presLayoutVars>
          <dgm:chMax val="1"/>
          <dgm:chPref val="1"/>
        </dgm:presLayoutVars>
      </dgm:prSet>
      <dgm:spPr/>
    </dgm:pt>
    <dgm:pt modelId="{B3B07ADE-2379-4D9B-BB21-07D693F28161}" type="pres">
      <dgm:prSet presAssocID="{97C4FF28-CCB0-4548-A203-7E0107E43845}" presName="sibTrans" presStyleLbl="sibTrans2D1" presStyleIdx="0" presStyleCnt="0"/>
      <dgm:spPr/>
    </dgm:pt>
    <dgm:pt modelId="{F04C0B84-D389-4908-91FE-B3C1912E46BA}" type="pres">
      <dgm:prSet presAssocID="{F026CC84-BF7C-48EA-BF69-CEB32ABCB70B}" presName="compNode" presStyleCnt="0"/>
      <dgm:spPr/>
    </dgm:pt>
    <dgm:pt modelId="{2220DA99-D428-495C-AFC8-9B4A448FE823}" type="pres">
      <dgm:prSet presAssocID="{F026CC84-BF7C-48EA-BF69-CEB32ABCB70B}" presName="iconBgRect" presStyleLbl="bgShp" presStyleIdx="3" presStyleCnt="4"/>
      <dgm:spPr/>
    </dgm:pt>
    <dgm:pt modelId="{65EEC00E-C50A-448B-A337-5048CE913613}" type="pres">
      <dgm:prSet presAssocID="{F026CC84-BF7C-48EA-BF69-CEB32ABCB70B}"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atabase"/>
        </a:ext>
      </dgm:extLst>
    </dgm:pt>
    <dgm:pt modelId="{FC3E1191-0482-421E-B39E-D383984D9204}" type="pres">
      <dgm:prSet presAssocID="{F026CC84-BF7C-48EA-BF69-CEB32ABCB70B}" presName="spaceRect" presStyleCnt="0"/>
      <dgm:spPr/>
    </dgm:pt>
    <dgm:pt modelId="{97709435-B6EA-4533-835A-B98EEAA95C0F}" type="pres">
      <dgm:prSet presAssocID="{F026CC84-BF7C-48EA-BF69-CEB32ABCB70B}" presName="textRect" presStyleLbl="revTx" presStyleIdx="3" presStyleCnt="4">
        <dgm:presLayoutVars>
          <dgm:chMax val="1"/>
          <dgm:chPref val="1"/>
        </dgm:presLayoutVars>
      </dgm:prSet>
      <dgm:spPr/>
    </dgm:pt>
  </dgm:ptLst>
  <dgm:cxnLst>
    <dgm:cxn modelId="{17760913-2A2E-446D-8DB0-287B41A74B5C}" srcId="{0F24025D-3FC3-45BE-8885-E61EC4BB70DA}" destId="{C0EA1C96-6E8E-4276-BEFC-A31B881DE751}" srcOrd="0" destOrd="0" parTransId="{0F5E3D18-9CCD-4923-8552-8CEA546F5680}" sibTransId="{34E138C7-2827-4169-AA13-0E8BB335B333}"/>
    <dgm:cxn modelId="{C728385B-F518-49DF-9CEE-46EA56E8FCF8}" type="presOf" srcId="{DB861817-3F11-4E8C-A8B8-D2FB0F09E298}" destId="{B2051492-A752-4D96-AC3A-63EE777F2752}" srcOrd="0" destOrd="0" presId="urn:microsoft.com/office/officeart/2018/2/layout/IconCircleList"/>
    <dgm:cxn modelId="{F74AA66A-9490-49BA-9199-70488E80E71D}" type="presOf" srcId="{AF936C60-FDE0-4CFB-A79D-35863E04C310}" destId="{A60C65A0-80FF-4AB3-A408-13158A52E7E7}" srcOrd="0" destOrd="0" presId="urn:microsoft.com/office/officeart/2018/2/layout/IconCircleList"/>
    <dgm:cxn modelId="{F1D53374-85BE-4B19-82BA-7DE0D9A386CA}" type="presOf" srcId="{97C4FF28-CCB0-4548-A203-7E0107E43845}" destId="{B3B07ADE-2379-4D9B-BB21-07D693F28161}" srcOrd="0" destOrd="0" presId="urn:microsoft.com/office/officeart/2018/2/layout/IconCircleList"/>
    <dgm:cxn modelId="{7136B684-2E5B-488D-96DB-269A11984474}" srcId="{0F24025D-3FC3-45BE-8885-E61EC4BB70DA}" destId="{DB861817-3F11-4E8C-A8B8-D2FB0F09E298}" srcOrd="1" destOrd="0" parTransId="{12382353-1E1B-42E0-A59D-70A145816A74}" sibTransId="{319405C6-25BC-4D39-B9AC-5C5D00A33C68}"/>
    <dgm:cxn modelId="{68DF1D8C-93F4-4996-A855-F4E121B84F73}" type="presOf" srcId="{34E138C7-2827-4169-AA13-0E8BB335B333}" destId="{7B023A34-0CC1-4A97-B39F-2BB945E06076}" srcOrd="0" destOrd="0" presId="urn:microsoft.com/office/officeart/2018/2/layout/IconCircleList"/>
    <dgm:cxn modelId="{4588089F-A0AE-45FA-8DD7-BF5B0C91B6F5}" type="presOf" srcId="{319405C6-25BC-4D39-B9AC-5C5D00A33C68}" destId="{EAE3C7D0-839E-4BCC-ACA6-9F987CBA24DC}" srcOrd="0" destOrd="0" presId="urn:microsoft.com/office/officeart/2018/2/layout/IconCircleList"/>
    <dgm:cxn modelId="{B18FBCAA-EA9D-45E9-A1CA-D1EAD6F9D24A}" srcId="{0F24025D-3FC3-45BE-8885-E61EC4BB70DA}" destId="{F026CC84-BF7C-48EA-BF69-CEB32ABCB70B}" srcOrd="3" destOrd="0" parTransId="{6A7D784E-BA4E-4132-A2F6-C055A43DF7AB}" sibTransId="{41B3006C-20D8-4EE0-A949-CC5EFABC6242}"/>
    <dgm:cxn modelId="{FFE623B0-D7C9-4D49-9896-4D22E52290DD}" type="presOf" srcId="{C0EA1C96-6E8E-4276-BEFC-A31B881DE751}" destId="{72F84B40-4E6B-4927-B1B0-91284EEE8DEB}" srcOrd="0" destOrd="0" presId="urn:microsoft.com/office/officeart/2018/2/layout/IconCircleList"/>
    <dgm:cxn modelId="{165515B1-C6F5-4E9E-B6F2-F8C8E9E4A46F}" type="presOf" srcId="{0F24025D-3FC3-45BE-8885-E61EC4BB70DA}" destId="{9C16128C-ADEE-4DDE-9434-BAB78D492539}" srcOrd="0" destOrd="0" presId="urn:microsoft.com/office/officeart/2018/2/layout/IconCircleList"/>
    <dgm:cxn modelId="{E084E5B2-0879-405E-8326-5C6153491B00}" type="presOf" srcId="{F026CC84-BF7C-48EA-BF69-CEB32ABCB70B}" destId="{97709435-B6EA-4533-835A-B98EEAA95C0F}" srcOrd="0" destOrd="0" presId="urn:microsoft.com/office/officeart/2018/2/layout/IconCircleList"/>
    <dgm:cxn modelId="{1D86ADDE-F7A0-4C81-9D5C-A82D9DB3DF8C}" srcId="{0F24025D-3FC3-45BE-8885-E61EC4BB70DA}" destId="{AF936C60-FDE0-4CFB-A79D-35863E04C310}" srcOrd="2" destOrd="0" parTransId="{C22CA3DC-9A91-48AB-BBCA-59D16CA67BD0}" sibTransId="{97C4FF28-CCB0-4548-A203-7E0107E43845}"/>
    <dgm:cxn modelId="{FDC420E7-8C4E-40D6-840C-1084E8E545A0}" type="presParOf" srcId="{9C16128C-ADEE-4DDE-9434-BAB78D492539}" destId="{31CD7195-1C47-4083-82F8-77CB1B7DA583}" srcOrd="0" destOrd="0" presId="urn:microsoft.com/office/officeart/2018/2/layout/IconCircleList"/>
    <dgm:cxn modelId="{616B6E31-441E-4852-85A8-D167818948B3}" type="presParOf" srcId="{31CD7195-1C47-4083-82F8-77CB1B7DA583}" destId="{D1CE8251-6C46-44AC-A67A-662EDF8CA98E}" srcOrd="0" destOrd="0" presId="urn:microsoft.com/office/officeart/2018/2/layout/IconCircleList"/>
    <dgm:cxn modelId="{3D36897B-19AC-4137-946C-B57DB384EA08}" type="presParOf" srcId="{D1CE8251-6C46-44AC-A67A-662EDF8CA98E}" destId="{56D9A4A4-2F1A-4485-8C63-274B21BCDB57}" srcOrd="0" destOrd="0" presId="urn:microsoft.com/office/officeart/2018/2/layout/IconCircleList"/>
    <dgm:cxn modelId="{8BD8CA52-F076-401D-9236-D36321E60638}" type="presParOf" srcId="{D1CE8251-6C46-44AC-A67A-662EDF8CA98E}" destId="{14CBFD93-6BF6-4C30-85AB-8CB1E283489E}" srcOrd="1" destOrd="0" presId="urn:microsoft.com/office/officeart/2018/2/layout/IconCircleList"/>
    <dgm:cxn modelId="{B7E2EF60-EB7B-48BA-B667-06CFE6684BB4}" type="presParOf" srcId="{D1CE8251-6C46-44AC-A67A-662EDF8CA98E}" destId="{21099B81-561D-4039-A550-D82664FA90A5}" srcOrd="2" destOrd="0" presId="urn:microsoft.com/office/officeart/2018/2/layout/IconCircleList"/>
    <dgm:cxn modelId="{503AA182-D669-41DD-AFBB-A2F1EC82C3E8}" type="presParOf" srcId="{D1CE8251-6C46-44AC-A67A-662EDF8CA98E}" destId="{72F84B40-4E6B-4927-B1B0-91284EEE8DEB}" srcOrd="3" destOrd="0" presId="urn:microsoft.com/office/officeart/2018/2/layout/IconCircleList"/>
    <dgm:cxn modelId="{2FDC0672-C0C2-4EE2-8216-900576202941}" type="presParOf" srcId="{31CD7195-1C47-4083-82F8-77CB1B7DA583}" destId="{7B023A34-0CC1-4A97-B39F-2BB945E06076}" srcOrd="1" destOrd="0" presId="urn:microsoft.com/office/officeart/2018/2/layout/IconCircleList"/>
    <dgm:cxn modelId="{677A334F-8D84-465C-942F-00E3BEC9A3B2}" type="presParOf" srcId="{31CD7195-1C47-4083-82F8-77CB1B7DA583}" destId="{A49CF27F-48ED-4FA6-B035-A1A70C214B23}" srcOrd="2" destOrd="0" presId="urn:microsoft.com/office/officeart/2018/2/layout/IconCircleList"/>
    <dgm:cxn modelId="{89C8DBDE-5816-4D69-82B5-9AB5FEC857B5}" type="presParOf" srcId="{A49CF27F-48ED-4FA6-B035-A1A70C214B23}" destId="{2BD42115-158B-4643-A30F-DC085558000C}" srcOrd="0" destOrd="0" presId="urn:microsoft.com/office/officeart/2018/2/layout/IconCircleList"/>
    <dgm:cxn modelId="{84F0BF9F-144D-4AD0-90BB-3421B1244361}" type="presParOf" srcId="{A49CF27F-48ED-4FA6-B035-A1A70C214B23}" destId="{ECA523FF-44DC-47BC-9653-21B3AA19100A}" srcOrd="1" destOrd="0" presId="urn:microsoft.com/office/officeart/2018/2/layout/IconCircleList"/>
    <dgm:cxn modelId="{FE2D49A8-FD70-486A-86CF-4A2FC46AEF5B}" type="presParOf" srcId="{A49CF27F-48ED-4FA6-B035-A1A70C214B23}" destId="{309BD162-03AE-4106-863A-81B6A7C558F6}" srcOrd="2" destOrd="0" presId="urn:microsoft.com/office/officeart/2018/2/layout/IconCircleList"/>
    <dgm:cxn modelId="{70CA2102-910F-4E4B-B7B4-DAF10CE9378C}" type="presParOf" srcId="{A49CF27F-48ED-4FA6-B035-A1A70C214B23}" destId="{B2051492-A752-4D96-AC3A-63EE777F2752}" srcOrd="3" destOrd="0" presId="urn:microsoft.com/office/officeart/2018/2/layout/IconCircleList"/>
    <dgm:cxn modelId="{9269BEDB-EFCB-437A-B5F2-4E901B246DB1}" type="presParOf" srcId="{31CD7195-1C47-4083-82F8-77CB1B7DA583}" destId="{EAE3C7D0-839E-4BCC-ACA6-9F987CBA24DC}" srcOrd="3" destOrd="0" presId="urn:microsoft.com/office/officeart/2018/2/layout/IconCircleList"/>
    <dgm:cxn modelId="{6E70773C-DE5A-498F-B655-4CABE627B9FA}" type="presParOf" srcId="{31CD7195-1C47-4083-82F8-77CB1B7DA583}" destId="{0FD5FFA0-D300-4A49-B9F4-E47D3FECDF36}" srcOrd="4" destOrd="0" presId="urn:microsoft.com/office/officeart/2018/2/layout/IconCircleList"/>
    <dgm:cxn modelId="{1876BDB5-7AD0-40F5-B33D-35DBD5C6DFAA}" type="presParOf" srcId="{0FD5FFA0-D300-4A49-B9F4-E47D3FECDF36}" destId="{2B8F069B-CF3A-445B-9178-CECC48623746}" srcOrd="0" destOrd="0" presId="urn:microsoft.com/office/officeart/2018/2/layout/IconCircleList"/>
    <dgm:cxn modelId="{6AF5909E-8D2A-4D54-A529-34D6878E3D51}" type="presParOf" srcId="{0FD5FFA0-D300-4A49-B9F4-E47D3FECDF36}" destId="{14AD47DF-103A-4158-A81C-3EB30FA72C78}" srcOrd="1" destOrd="0" presId="urn:microsoft.com/office/officeart/2018/2/layout/IconCircleList"/>
    <dgm:cxn modelId="{D2F4C57F-B0D3-40B9-9DFE-1DA3FD1DCC2A}" type="presParOf" srcId="{0FD5FFA0-D300-4A49-B9F4-E47D3FECDF36}" destId="{04E1020D-7508-42F2-8A70-6B50729B82C0}" srcOrd="2" destOrd="0" presId="urn:microsoft.com/office/officeart/2018/2/layout/IconCircleList"/>
    <dgm:cxn modelId="{7F0CBDC0-AA2F-4DDE-8359-073CD2B07344}" type="presParOf" srcId="{0FD5FFA0-D300-4A49-B9F4-E47D3FECDF36}" destId="{A60C65A0-80FF-4AB3-A408-13158A52E7E7}" srcOrd="3" destOrd="0" presId="urn:microsoft.com/office/officeart/2018/2/layout/IconCircleList"/>
    <dgm:cxn modelId="{C8957A9A-4497-4367-A8A9-B944FCB460FD}" type="presParOf" srcId="{31CD7195-1C47-4083-82F8-77CB1B7DA583}" destId="{B3B07ADE-2379-4D9B-BB21-07D693F28161}" srcOrd="5" destOrd="0" presId="urn:microsoft.com/office/officeart/2018/2/layout/IconCircleList"/>
    <dgm:cxn modelId="{70041686-9720-4AF0-911C-4B3207ED37D8}" type="presParOf" srcId="{31CD7195-1C47-4083-82F8-77CB1B7DA583}" destId="{F04C0B84-D389-4908-91FE-B3C1912E46BA}" srcOrd="6" destOrd="0" presId="urn:microsoft.com/office/officeart/2018/2/layout/IconCircleList"/>
    <dgm:cxn modelId="{E3E1338F-8E40-4A6C-BC42-9CC93DF8B051}" type="presParOf" srcId="{F04C0B84-D389-4908-91FE-B3C1912E46BA}" destId="{2220DA99-D428-495C-AFC8-9B4A448FE823}" srcOrd="0" destOrd="0" presId="urn:microsoft.com/office/officeart/2018/2/layout/IconCircleList"/>
    <dgm:cxn modelId="{60346884-8E30-4720-865C-38D4035E1E1A}" type="presParOf" srcId="{F04C0B84-D389-4908-91FE-B3C1912E46BA}" destId="{65EEC00E-C50A-448B-A337-5048CE913613}" srcOrd="1" destOrd="0" presId="urn:microsoft.com/office/officeart/2018/2/layout/IconCircleList"/>
    <dgm:cxn modelId="{735934A2-7971-4205-BC82-B9178B73F618}" type="presParOf" srcId="{F04C0B84-D389-4908-91FE-B3C1912E46BA}" destId="{FC3E1191-0482-421E-B39E-D383984D9204}" srcOrd="2" destOrd="0" presId="urn:microsoft.com/office/officeart/2018/2/layout/IconCircleList"/>
    <dgm:cxn modelId="{1FC8C844-3A5D-492B-9C3D-7CA928C40196}" type="presParOf" srcId="{F04C0B84-D389-4908-91FE-B3C1912E46BA}" destId="{97709435-B6EA-4533-835A-B98EEAA95C0F}" srcOrd="3" destOrd="0" presId="urn:microsoft.com/office/officeart/2018/2/layout/IconCircle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6D9A4A4-2F1A-4485-8C63-274B21BCDB57}">
      <dsp:nvSpPr>
        <dsp:cNvPr id="0" name=""/>
        <dsp:cNvSpPr/>
      </dsp:nvSpPr>
      <dsp:spPr>
        <a:xfrm>
          <a:off x="212335" y="469890"/>
          <a:ext cx="1335915" cy="1335915"/>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4CBFD93-6BF6-4C30-85AB-8CB1E283489E}">
      <dsp:nvSpPr>
        <dsp:cNvPr id="0" name=""/>
        <dsp:cNvSpPr/>
      </dsp:nvSpPr>
      <dsp:spPr>
        <a:xfrm>
          <a:off x="492877" y="750432"/>
          <a:ext cx="774830" cy="77483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2F84B40-4E6B-4927-B1B0-91284EEE8DEB}">
      <dsp:nvSpPr>
        <dsp:cNvPr id="0" name=""/>
        <dsp:cNvSpPr/>
      </dsp:nvSpPr>
      <dsp:spPr>
        <a:xfrm>
          <a:off x="1834517" y="469890"/>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66750">
            <a:lnSpc>
              <a:spcPct val="90000"/>
            </a:lnSpc>
            <a:spcBef>
              <a:spcPct val="0"/>
            </a:spcBef>
            <a:spcAft>
              <a:spcPct val="35000"/>
            </a:spcAft>
            <a:buNone/>
          </a:pPr>
          <a:r>
            <a:rPr lang="en-US" sz="1500" b="1" kern="1200"/>
            <a:t>RTL Design Completion (Verilog): </a:t>
          </a:r>
          <a:r>
            <a:rPr lang="en-US" sz="1500" kern="1200"/>
            <a:t>Implement Finite State Machines (FSMs) for strict, non-overlapping timing phases and integrate clock/timer modules.</a:t>
          </a:r>
        </a:p>
      </dsp:txBody>
      <dsp:txXfrm>
        <a:off x="1834517" y="469890"/>
        <a:ext cx="3148942" cy="1335915"/>
      </dsp:txXfrm>
    </dsp:sp>
    <dsp:sp modelId="{2BD42115-158B-4643-A30F-DC085558000C}">
      <dsp:nvSpPr>
        <dsp:cNvPr id="0" name=""/>
        <dsp:cNvSpPr/>
      </dsp:nvSpPr>
      <dsp:spPr>
        <a:xfrm>
          <a:off x="5532139" y="469890"/>
          <a:ext cx="1335915" cy="1335915"/>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CA523FF-44DC-47BC-9653-21B3AA19100A}">
      <dsp:nvSpPr>
        <dsp:cNvPr id="0" name=""/>
        <dsp:cNvSpPr/>
      </dsp:nvSpPr>
      <dsp:spPr>
        <a:xfrm>
          <a:off x="5812681" y="750432"/>
          <a:ext cx="774830" cy="77483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2051492-A752-4D96-AC3A-63EE777F2752}">
      <dsp:nvSpPr>
        <dsp:cNvPr id="0" name=""/>
        <dsp:cNvSpPr/>
      </dsp:nvSpPr>
      <dsp:spPr>
        <a:xfrm>
          <a:off x="7154322" y="469890"/>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66750">
            <a:lnSpc>
              <a:spcPct val="90000"/>
            </a:lnSpc>
            <a:spcBef>
              <a:spcPct val="0"/>
            </a:spcBef>
            <a:spcAft>
              <a:spcPct val="35000"/>
            </a:spcAft>
            <a:buNone/>
          </a:pPr>
          <a:r>
            <a:rPr lang="en-US" sz="1500" b="1" kern="1200"/>
            <a:t>Interface Coding:</a:t>
          </a:r>
          <a:r>
            <a:rPr lang="en-US" sz="1500" kern="1200"/>
            <a:t> Complete Verilog blocks for the SIPO (weight programming) and PISO (data extraction) communication interfaces.</a:t>
          </a:r>
        </a:p>
      </dsp:txBody>
      <dsp:txXfrm>
        <a:off x="7154322" y="469890"/>
        <a:ext cx="3148942" cy="1335915"/>
      </dsp:txXfrm>
    </dsp:sp>
    <dsp:sp modelId="{2B8F069B-CF3A-445B-9178-CECC48623746}">
      <dsp:nvSpPr>
        <dsp:cNvPr id="0" name=""/>
        <dsp:cNvSpPr/>
      </dsp:nvSpPr>
      <dsp:spPr>
        <a:xfrm>
          <a:off x="212335" y="2545532"/>
          <a:ext cx="1335915" cy="1335915"/>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4AD47DF-103A-4158-A81C-3EB30FA72C78}">
      <dsp:nvSpPr>
        <dsp:cNvPr id="0" name=""/>
        <dsp:cNvSpPr/>
      </dsp:nvSpPr>
      <dsp:spPr>
        <a:xfrm>
          <a:off x="492877" y="2826074"/>
          <a:ext cx="774830" cy="77483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60C65A0-80FF-4AB3-A408-13158A52E7E7}">
      <dsp:nvSpPr>
        <dsp:cNvPr id="0" name=""/>
        <dsp:cNvSpPr/>
      </dsp:nvSpPr>
      <dsp:spPr>
        <a:xfrm>
          <a:off x="1834517" y="2545532"/>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66750">
            <a:lnSpc>
              <a:spcPct val="90000"/>
            </a:lnSpc>
            <a:spcBef>
              <a:spcPct val="0"/>
            </a:spcBef>
            <a:spcAft>
              <a:spcPct val="35000"/>
            </a:spcAft>
            <a:buNone/>
          </a:pPr>
          <a:r>
            <a:rPr lang="en-US" sz="1500" b="1" kern="1200"/>
            <a:t>Behavioral Testbench:</a:t>
          </a:r>
          <a:r>
            <a:rPr lang="en-US" sz="1500" kern="1200"/>
            <a:t> Set up a simulation environment in AMD Xilinx Vivado to model the target TD-nvIMC ASIC.</a:t>
          </a:r>
        </a:p>
      </dsp:txBody>
      <dsp:txXfrm>
        <a:off x="1834517" y="2545532"/>
        <a:ext cx="3148942" cy="1335915"/>
      </dsp:txXfrm>
    </dsp:sp>
    <dsp:sp modelId="{2220DA99-D428-495C-AFC8-9B4A448FE823}">
      <dsp:nvSpPr>
        <dsp:cNvPr id="0" name=""/>
        <dsp:cNvSpPr/>
      </dsp:nvSpPr>
      <dsp:spPr>
        <a:xfrm>
          <a:off x="5532139" y="2545532"/>
          <a:ext cx="1335915" cy="1335915"/>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5EEC00E-C50A-448B-A337-5048CE913613}">
      <dsp:nvSpPr>
        <dsp:cNvPr id="0" name=""/>
        <dsp:cNvSpPr/>
      </dsp:nvSpPr>
      <dsp:spPr>
        <a:xfrm>
          <a:off x="5812681" y="2826074"/>
          <a:ext cx="774830" cy="77483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7709435-B6EA-4533-835A-B98EEAA95C0F}">
      <dsp:nvSpPr>
        <dsp:cNvPr id="0" name=""/>
        <dsp:cNvSpPr/>
      </dsp:nvSpPr>
      <dsp:spPr>
        <a:xfrm>
          <a:off x="7154322" y="2545532"/>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66750">
            <a:lnSpc>
              <a:spcPct val="90000"/>
            </a:lnSpc>
            <a:spcBef>
              <a:spcPct val="0"/>
            </a:spcBef>
            <a:spcAft>
              <a:spcPct val="35000"/>
            </a:spcAft>
            <a:buNone/>
          </a:pPr>
          <a:r>
            <a:rPr lang="en-US" sz="1500" b="1" kern="1200"/>
            <a:t>Feasibility Deliverable:</a:t>
          </a:r>
          <a:r>
            <a:rPr lang="en-US" sz="1500" kern="1200"/>
            <a:t> Achieve successful Functional RTL Simulations (XSim). Present clear simulation waveforms proving synchronized data flow and timing accuracy before moving to physical hardware.</a:t>
          </a:r>
        </a:p>
      </dsp:txBody>
      <dsp:txXfrm>
        <a:off x="7154322" y="2545532"/>
        <a:ext cx="3148942" cy="1335915"/>
      </dsp:txXfrm>
    </dsp:sp>
  </dsp:spTree>
</dsp:drawing>
</file>

<file path=ppt/diagrams/layout1.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3D68D9C-9905-45A4-9866-8380E20497DB}" type="datetimeFigureOut">
              <a:rPr lang="en-US" smtClean="0"/>
              <a:t>5/31/2026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5352FA9-89CA-4F7A-9D94-B00116B3215E}" type="slidenum">
              <a:rPr lang="en-US" smtClean="0"/>
              <a:t>‹#›</a:t>
            </a:fld>
            <a:endParaRPr lang="en-US"/>
          </a:p>
        </p:txBody>
      </p:sp>
    </p:spTree>
    <p:extLst>
      <p:ext uri="{BB962C8B-B14F-4D97-AF65-F5344CB8AC3E}">
        <p14:creationId xmlns:p14="http://schemas.microsoft.com/office/powerpoint/2010/main" val="29245950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lnSpc>
                <a:spcPct val="90000"/>
              </a:lnSpc>
              <a:spcBef>
                <a:spcPts val="1000"/>
              </a:spcBef>
              <a:buFont typeface="Arial"/>
              <a:buChar char="•"/>
            </a:pPr>
            <a:r>
              <a:rPr lang="en-US" b="1"/>
              <a:t>The Problem (The Memory Wall):</a:t>
            </a:r>
            <a:r>
              <a:rPr lang="en-US"/>
              <a:t> Standard AI processors waste massive amounts of time and power moving neural network weights back and forth between separate memory and processing units.</a:t>
            </a:r>
          </a:p>
          <a:p>
            <a:pPr marL="285750" indent="-285750">
              <a:lnSpc>
                <a:spcPct val="90000"/>
              </a:lnSpc>
              <a:spcBef>
                <a:spcPts val="1000"/>
              </a:spcBef>
              <a:buFont typeface="Arial"/>
              <a:buChar char="•"/>
            </a:pPr>
            <a:endParaRPr lang="en-US"/>
          </a:p>
          <a:p>
            <a:pPr marL="285750" indent="-285750">
              <a:lnSpc>
                <a:spcPct val="90000"/>
              </a:lnSpc>
              <a:spcBef>
                <a:spcPts val="1000"/>
              </a:spcBef>
              <a:buFont typeface="Arial"/>
              <a:buChar char="•"/>
            </a:pPr>
            <a:r>
              <a:rPr lang="en-US" b="1"/>
              <a:t>The Technology (The Solution):</a:t>
            </a:r>
            <a:r>
              <a:rPr lang="en-US"/>
              <a:t> Utilizing multi-level non-volatile memory (Y-Flash) allows the system to perform analog computations directly inside the memory array in the time domain (TD-</a:t>
            </a:r>
            <a:r>
              <a:rPr lang="en-US" err="1"/>
              <a:t>nvIMC</a:t>
            </a:r>
            <a:r>
              <a:rPr lang="en-US"/>
              <a:t>).</a:t>
            </a:r>
          </a:p>
          <a:p>
            <a:pPr marL="285750" indent="-285750">
              <a:lnSpc>
                <a:spcPct val="90000"/>
              </a:lnSpc>
              <a:spcBef>
                <a:spcPts val="1000"/>
              </a:spcBef>
              <a:buFont typeface="Arial"/>
              <a:buChar char="•"/>
            </a:pPr>
            <a:endParaRPr lang="en-US"/>
          </a:p>
          <a:p>
            <a:pPr marL="285750" indent="-285750">
              <a:lnSpc>
                <a:spcPct val="90000"/>
              </a:lnSpc>
              <a:spcBef>
                <a:spcPts val="1000"/>
              </a:spcBef>
              <a:buFont typeface="Arial"/>
              <a:buChar char="•"/>
            </a:pPr>
            <a:r>
              <a:rPr lang="en-US" b="1"/>
              <a:t>The Project Motivation:</a:t>
            </a:r>
            <a:r>
              <a:rPr lang="en-US"/>
              <a:t> The lab's experimental ASIC needs a highly precise, reliable, and custom external digital controller to drive its inputs so the researchers can physically measure and characterize its performance.</a:t>
            </a:r>
          </a:p>
          <a:p>
            <a:endParaRPr lang="en-US">
              <a:ea typeface="Calibri"/>
              <a:cs typeface="Calibri"/>
            </a:endParaRPr>
          </a:p>
        </p:txBody>
      </p:sp>
      <p:sp>
        <p:nvSpPr>
          <p:cNvPr id="4" name="Slide Number Placeholder 3"/>
          <p:cNvSpPr>
            <a:spLocks noGrp="1"/>
          </p:cNvSpPr>
          <p:nvPr>
            <p:ph type="sldNum" sz="quarter" idx="5"/>
          </p:nvPr>
        </p:nvSpPr>
        <p:spPr/>
        <p:txBody>
          <a:bodyPr/>
          <a:lstStyle/>
          <a:p>
            <a:fld id="{B5352FA9-89CA-4F7A-9D94-B00116B3215E}" type="slidenum">
              <a:rPr lang="en-US" smtClean="0"/>
              <a:t>2</a:t>
            </a:fld>
            <a:endParaRPr lang="en-US"/>
          </a:p>
        </p:txBody>
      </p:sp>
    </p:spTree>
    <p:extLst>
      <p:ext uri="{BB962C8B-B14F-4D97-AF65-F5344CB8AC3E}">
        <p14:creationId xmlns:p14="http://schemas.microsoft.com/office/powerpoint/2010/main" val="15595960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indent="-342900">
              <a:lnSpc>
                <a:spcPct val="90000"/>
              </a:lnSpc>
              <a:spcBef>
                <a:spcPts val="1000"/>
              </a:spcBef>
              <a:buFont typeface="Arial"/>
              <a:buChar char="•"/>
            </a:pPr>
            <a:r>
              <a:rPr lang="en-US" b="1"/>
              <a:t>FSM Design:</a:t>
            </a:r>
            <a:r>
              <a:rPr lang="en-US"/>
              <a:t> Code Finite State Machines in Verilog to generate strict, non-overlapping timing phases that meet constraints of the analog memory array.</a:t>
            </a:r>
          </a:p>
          <a:p>
            <a:pPr>
              <a:lnSpc>
                <a:spcPct val="90000"/>
              </a:lnSpc>
              <a:spcBef>
                <a:spcPts val="1000"/>
              </a:spcBef>
            </a:pPr>
            <a:endParaRPr lang="en-US"/>
          </a:p>
          <a:p>
            <a:pPr marL="342900" indent="-342900">
              <a:lnSpc>
                <a:spcPct val="90000"/>
              </a:lnSpc>
              <a:spcBef>
                <a:spcPts val="1000"/>
              </a:spcBef>
              <a:buFont typeface="Arial"/>
              <a:buChar char="•"/>
            </a:pPr>
            <a:r>
              <a:rPr lang="en-US" b="1"/>
              <a:t>Communication Interfaces:</a:t>
            </a:r>
            <a:r>
              <a:rPr lang="en-US"/>
              <a:t> Implement fully functional digital serial communication blocks to drive the chip's (SIPO) for weight programming and (PISO) for data extraction.</a:t>
            </a:r>
          </a:p>
          <a:p>
            <a:pPr marL="342900" indent="-342900">
              <a:lnSpc>
                <a:spcPct val="90000"/>
              </a:lnSpc>
              <a:spcBef>
                <a:spcPts val="1000"/>
              </a:spcBef>
              <a:buFont typeface="Arial"/>
              <a:buChar char="•"/>
            </a:pPr>
            <a:endParaRPr lang="en-US"/>
          </a:p>
          <a:p>
            <a:pPr marL="342900" indent="-342900">
              <a:lnSpc>
                <a:spcPct val="90000"/>
              </a:lnSpc>
              <a:spcBef>
                <a:spcPts val="1000"/>
              </a:spcBef>
              <a:buFont typeface="Arial"/>
              <a:buChar char="•"/>
            </a:pPr>
            <a:r>
              <a:rPr lang="en-US" b="1"/>
              <a:t>Hardware Verification:</a:t>
            </a:r>
            <a:r>
              <a:rPr lang="en-US"/>
              <a:t> Successfully map the IO constraints (XDC) and generate verifiable physical signals from the Xilinx FPGA, validated via signal readers.</a:t>
            </a:r>
          </a:p>
          <a:p>
            <a:pPr marL="285750" indent="-285750">
              <a:lnSpc>
                <a:spcPct val="90000"/>
              </a:lnSpc>
              <a:spcBef>
                <a:spcPts val="1000"/>
              </a:spcBef>
              <a:buFont typeface="Arial"/>
              <a:buChar char="•"/>
            </a:pPr>
            <a:endParaRPr lang="en-US"/>
          </a:p>
          <a:p>
            <a:endParaRPr lang="en-US">
              <a:ea typeface="Calibri"/>
              <a:cs typeface="Calibri"/>
            </a:endParaRPr>
          </a:p>
        </p:txBody>
      </p:sp>
      <p:sp>
        <p:nvSpPr>
          <p:cNvPr id="4" name="Slide Number Placeholder 3"/>
          <p:cNvSpPr>
            <a:spLocks noGrp="1"/>
          </p:cNvSpPr>
          <p:nvPr>
            <p:ph type="sldNum" sz="quarter" idx="5"/>
          </p:nvPr>
        </p:nvSpPr>
        <p:spPr/>
        <p:txBody>
          <a:bodyPr/>
          <a:lstStyle/>
          <a:p>
            <a:fld id="{B5352FA9-89CA-4F7A-9D94-B00116B3215E}" type="slidenum">
              <a:rPr lang="en-US" smtClean="0"/>
              <a:t>3</a:t>
            </a:fld>
            <a:endParaRPr lang="en-US"/>
          </a:p>
        </p:txBody>
      </p:sp>
    </p:spTree>
    <p:extLst>
      <p:ext uri="{BB962C8B-B14F-4D97-AF65-F5344CB8AC3E}">
        <p14:creationId xmlns:p14="http://schemas.microsoft.com/office/powerpoint/2010/main" val="6524857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lnSpc>
                <a:spcPct val="90000"/>
              </a:lnSpc>
              <a:spcBef>
                <a:spcPts val="1000"/>
              </a:spcBef>
              <a:buFont typeface="Arial"/>
              <a:buChar char="•"/>
            </a:pPr>
            <a:r>
              <a:rPr lang="en-US"/>
              <a:t>Hardware:</a:t>
            </a:r>
          </a:p>
          <a:p>
            <a:pPr marL="171450" indent="-171450">
              <a:lnSpc>
                <a:spcPct val="90000"/>
              </a:lnSpc>
              <a:spcBef>
                <a:spcPts val="1000"/>
              </a:spcBef>
              <a:buFont typeface="Arial"/>
              <a:buChar char="•"/>
            </a:pPr>
            <a:r>
              <a:rPr lang="en-US" b="1"/>
              <a:t>Xilinx FPGA </a:t>
            </a:r>
            <a:r>
              <a:rPr lang="en-US"/>
              <a:t>Development Board.</a:t>
            </a:r>
          </a:p>
          <a:p>
            <a:pPr marL="171450" indent="-171450">
              <a:lnSpc>
                <a:spcPct val="90000"/>
              </a:lnSpc>
              <a:spcBef>
                <a:spcPts val="1000"/>
              </a:spcBef>
              <a:buFont typeface="Arial"/>
              <a:buChar char="•"/>
            </a:pPr>
            <a:r>
              <a:rPr lang="en-US" b="1"/>
              <a:t>Target Device: </a:t>
            </a:r>
            <a:r>
              <a:rPr lang="en-US"/>
              <a:t>TD-</a:t>
            </a:r>
            <a:r>
              <a:rPr lang="en-US" err="1"/>
              <a:t>nvIMC</a:t>
            </a:r>
            <a:r>
              <a:rPr lang="en-US"/>
              <a:t>.</a:t>
            </a:r>
            <a:endParaRPr lang="en-US">
              <a:ea typeface="Calibri"/>
              <a:cs typeface="Calibri"/>
            </a:endParaRPr>
          </a:p>
          <a:p>
            <a:pPr marL="171450" indent="-171450">
              <a:lnSpc>
                <a:spcPct val="90000"/>
              </a:lnSpc>
              <a:spcBef>
                <a:spcPts val="1000"/>
              </a:spcBef>
              <a:buFont typeface="Arial"/>
              <a:buChar char="•"/>
            </a:pPr>
            <a:r>
              <a:rPr lang="en-US" b="1"/>
              <a:t>Test Fixture: </a:t>
            </a:r>
            <a:r>
              <a:rPr lang="en-US"/>
              <a:t>multi-contact Probe for bare-die silicon contact.</a:t>
            </a:r>
          </a:p>
          <a:p>
            <a:pPr marL="171450" indent="-171450">
              <a:lnSpc>
                <a:spcPct val="90000"/>
              </a:lnSpc>
              <a:spcBef>
                <a:spcPts val="1000"/>
              </a:spcBef>
              <a:buFont typeface="Arial"/>
              <a:buChar char="•"/>
            </a:pPr>
            <a:r>
              <a:rPr lang="en-US" b="1"/>
              <a:t>External Lab Equipment: </a:t>
            </a:r>
            <a:r>
              <a:rPr lang="en-US"/>
              <a:t>Power supplies and an oscilloscope.</a:t>
            </a:r>
          </a:p>
          <a:p>
            <a:pPr>
              <a:lnSpc>
                <a:spcPct val="90000"/>
              </a:lnSpc>
              <a:spcBef>
                <a:spcPts val="1000"/>
              </a:spcBef>
            </a:pPr>
            <a:endParaRPr lang="en-US"/>
          </a:p>
          <a:p>
            <a:pPr>
              <a:lnSpc>
                <a:spcPct val="90000"/>
              </a:lnSpc>
              <a:spcBef>
                <a:spcPts val="1000"/>
              </a:spcBef>
            </a:pPr>
            <a:endParaRPr lang="en-US">
              <a:ea typeface="Calibri"/>
              <a:cs typeface="Calibri"/>
            </a:endParaRPr>
          </a:p>
          <a:p>
            <a:pPr marL="171450" indent="-171450">
              <a:lnSpc>
                <a:spcPct val="90000"/>
              </a:lnSpc>
              <a:spcBef>
                <a:spcPts val="1000"/>
              </a:spcBef>
              <a:buFont typeface="Arial"/>
              <a:buChar char="•"/>
            </a:pPr>
            <a:r>
              <a:rPr lang="en-US"/>
              <a:t>Software:</a:t>
            </a:r>
          </a:p>
          <a:p>
            <a:pPr marL="171450" indent="-171450">
              <a:lnSpc>
                <a:spcPct val="90000"/>
              </a:lnSpc>
              <a:spcBef>
                <a:spcPts val="1000"/>
              </a:spcBef>
              <a:buFont typeface="Arial"/>
              <a:buChar char="•"/>
            </a:pPr>
            <a:r>
              <a:rPr lang="en-US" b="1"/>
              <a:t>AMD Xilinx </a:t>
            </a:r>
            <a:r>
              <a:rPr lang="en-US" b="1" err="1"/>
              <a:t>Vivado</a:t>
            </a:r>
            <a:r>
              <a:rPr lang="en-US" b="1"/>
              <a:t>:</a:t>
            </a:r>
            <a:r>
              <a:rPr lang="en-US"/>
              <a:t> The primary IDE for RTL synthesis, </a:t>
            </a:r>
            <a:r>
              <a:rPr lang="en-US" err="1"/>
              <a:t>XSim</a:t>
            </a:r>
            <a:r>
              <a:rPr lang="en-US"/>
              <a:t> simulation, and bitstream generation.</a:t>
            </a:r>
            <a:endParaRPr lang="en-US">
              <a:ea typeface="Calibri"/>
              <a:cs typeface="Calibri"/>
            </a:endParaRPr>
          </a:p>
          <a:p>
            <a:pPr marL="171450" indent="-171450">
              <a:lnSpc>
                <a:spcPct val="90000"/>
              </a:lnSpc>
              <a:spcBef>
                <a:spcPts val="1000"/>
              </a:spcBef>
              <a:buFont typeface="Arial"/>
              <a:buChar char="•"/>
            </a:pPr>
            <a:r>
              <a:rPr lang="en-US" b="1"/>
              <a:t>Verilog:</a:t>
            </a:r>
            <a:r>
              <a:rPr lang="en-US"/>
              <a:t> The Hardware Description Language (HDL) used to write the digital logic.</a:t>
            </a:r>
          </a:p>
          <a:p>
            <a:pPr>
              <a:lnSpc>
                <a:spcPct val="90000"/>
              </a:lnSpc>
              <a:spcBef>
                <a:spcPts val="1000"/>
              </a:spcBef>
            </a:pPr>
            <a:endParaRPr lang="en-US"/>
          </a:p>
          <a:p>
            <a:pPr>
              <a:lnSpc>
                <a:spcPct val="90000"/>
              </a:lnSpc>
              <a:spcBef>
                <a:spcPts val="1000"/>
              </a:spcBef>
            </a:pPr>
            <a:r>
              <a:rPr lang="en-US"/>
              <a:t>Alright, so this slide shows our actual setup, which basically connects our digital code to the physical world. On the software side, we’re keeping things standard—using AMD Xilinx </a:t>
            </a:r>
            <a:r>
              <a:rPr lang="en-US" err="1"/>
              <a:t>Vivado</a:t>
            </a:r>
            <a:r>
              <a:rPr lang="en-US"/>
              <a:t> to handle our synthesis and simulations, and writing all of our core logic in Verilog. The real hardware challenge is on the other side of the slide. Our target device is the lab's experimental Y-Flash chip. Since it’s bare silicon and doesn't have standard packaging pins, we have to use a specialized multi-contact probe card to physically touch the microscopic pads on the die. If you look at the waveform on the right, this is exactly what our code is driving. Our state machines have to generate completely non-overlapping timing phases. If these phases overlap by even a tiny bit, we risk shorting or messing up the data inside the analog memory array.</a:t>
            </a:r>
            <a:endParaRPr lang="en-US">
              <a:ea typeface="Calibri"/>
              <a:cs typeface="Calibri"/>
            </a:endParaRPr>
          </a:p>
          <a:p>
            <a:pPr>
              <a:lnSpc>
                <a:spcPct val="90000"/>
              </a:lnSpc>
              <a:spcBef>
                <a:spcPts val="1000"/>
              </a:spcBef>
            </a:pPr>
            <a:endParaRPr lang="en-US">
              <a:ea typeface="Calibri"/>
              <a:cs typeface="Calibri"/>
            </a:endParaRPr>
          </a:p>
          <a:p>
            <a:endParaRPr lang="en-US">
              <a:ea typeface="Calibri"/>
              <a:cs typeface="Calibri"/>
            </a:endParaRPr>
          </a:p>
        </p:txBody>
      </p:sp>
      <p:sp>
        <p:nvSpPr>
          <p:cNvPr id="4" name="Slide Number Placeholder 3"/>
          <p:cNvSpPr>
            <a:spLocks noGrp="1"/>
          </p:cNvSpPr>
          <p:nvPr>
            <p:ph type="sldNum" sz="quarter" idx="5"/>
          </p:nvPr>
        </p:nvSpPr>
        <p:spPr/>
        <p:txBody>
          <a:bodyPr/>
          <a:lstStyle/>
          <a:p>
            <a:fld id="{B5352FA9-89CA-4F7A-9D94-B00116B3215E}" type="slidenum">
              <a:rPr lang="en-US" smtClean="0"/>
              <a:t>4</a:t>
            </a:fld>
            <a:endParaRPr lang="en-US"/>
          </a:p>
        </p:txBody>
      </p:sp>
    </p:spTree>
    <p:extLst>
      <p:ext uri="{BB962C8B-B14F-4D97-AF65-F5344CB8AC3E}">
        <p14:creationId xmlns:p14="http://schemas.microsoft.com/office/powerpoint/2010/main" val="4005792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lnSpc>
                <a:spcPct val="90000"/>
              </a:lnSpc>
              <a:spcBef>
                <a:spcPts val="1000"/>
              </a:spcBef>
              <a:buFont typeface="Arial"/>
              <a:buChar char="•"/>
            </a:pPr>
            <a:r>
              <a:rPr lang="en-US" b="1"/>
              <a:t>FPGA Controller:</a:t>
            </a:r>
            <a:r>
              <a:rPr lang="en-US"/>
              <a:t> The "brain" of the test framework. It translates PC commands into precise hardware pulses, synchronizes the master clocks, and dictates the exact flow of data into and out of the ASIC.</a:t>
            </a:r>
          </a:p>
          <a:p>
            <a:pPr>
              <a:lnSpc>
                <a:spcPct val="90000"/>
              </a:lnSpc>
              <a:spcBef>
                <a:spcPts val="1000"/>
              </a:spcBef>
            </a:pPr>
            <a:endParaRPr lang="en-US"/>
          </a:p>
          <a:p>
            <a:pPr marL="285750" indent="-285750">
              <a:lnSpc>
                <a:spcPct val="90000"/>
              </a:lnSpc>
              <a:spcBef>
                <a:spcPts val="1000"/>
              </a:spcBef>
              <a:buFont typeface="Arial"/>
              <a:buChar char="•"/>
            </a:pPr>
            <a:r>
              <a:rPr lang="en-US" b="1"/>
              <a:t>Target ASIC:</a:t>
            </a:r>
            <a:r>
              <a:rPr lang="en-US"/>
              <a:t> Passively receives the serial weight data via the SIPO, performs analog Multiply-Accumulate (MAC) operations in the time domain, and shifts the final digital results back to the FPGA via the PISO.</a:t>
            </a:r>
          </a:p>
          <a:p>
            <a:endParaRPr lang="en-US">
              <a:ea typeface="Calibri"/>
              <a:cs typeface="Calibri"/>
            </a:endParaRPr>
          </a:p>
        </p:txBody>
      </p:sp>
      <p:sp>
        <p:nvSpPr>
          <p:cNvPr id="4" name="Slide Number Placeholder 3"/>
          <p:cNvSpPr>
            <a:spLocks noGrp="1"/>
          </p:cNvSpPr>
          <p:nvPr>
            <p:ph type="sldNum" sz="quarter" idx="5"/>
          </p:nvPr>
        </p:nvSpPr>
        <p:spPr/>
        <p:txBody>
          <a:bodyPr/>
          <a:lstStyle/>
          <a:p>
            <a:fld id="{B5352FA9-89CA-4F7A-9D94-B00116B3215E}" type="slidenum">
              <a:rPr lang="en-US" smtClean="0"/>
              <a:t>6</a:t>
            </a:fld>
            <a:endParaRPr lang="en-US"/>
          </a:p>
        </p:txBody>
      </p:sp>
    </p:spTree>
    <p:extLst>
      <p:ext uri="{BB962C8B-B14F-4D97-AF65-F5344CB8AC3E}">
        <p14:creationId xmlns:p14="http://schemas.microsoft.com/office/powerpoint/2010/main" val="38631131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slide illustrates the complete, zoomed-out signal path from the memory cell to our controller. </a:t>
            </a:r>
            <a:r>
              <a:rPr lang="en-IL" sz="1200" b="0" i="0" u="none" strike="noStrike" kern="1200">
                <a:solidFill>
                  <a:schemeClr val="tx1"/>
                </a:solidFill>
                <a:effectLst/>
                <a:latin typeface="+mn-lt"/>
                <a:ea typeface="+mn-ea"/>
                <a:cs typeface="+mn-cs"/>
              </a:rPr>
              <a:t>To test the Y-Flash, our system supports two physical configurations: we can either probe the Y-Flash pads directly using a 4-way multi-contact probe station routed to a Custom-made PCB, or utilize a dedicated chip socket on the PCB itself. This custom PCB interfaces with external measurement units (SMU, AWG, WGFMU) for analog testing. </a:t>
            </a:r>
            <a:r>
              <a:rPr lang="en-US" sz="1200" b="0" i="0" u="none" strike="noStrike" kern="1200">
                <a:solidFill>
                  <a:schemeClr val="tx1"/>
                </a:solidFill>
                <a:effectLst/>
                <a:latin typeface="+mn-lt"/>
                <a:ea typeface="+mn-ea"/>
                <a:cs typeface="+mn-cs"/>
              </a:rPr>
              <a:t>F</a:t>
            </a:r>
            <a:r>
              <a:rPr lang="en-IL" sz="1200" b="0" i="0" u="none" strike="noStrike" kern="1200">
                <a:solidFill>
                  <a:schemeClr val="tx1"/>
                </a:solidFill>
                <a:effectLst/>
                <a:latin typeface="+mn-lt"/>
                <a:ea typeface="+mn-ea"/>
                <a:cs typeface="+mn-cs"/>
              </a:rPr>
              <a:t>orm there, the digital control lines are routed through connector headers out to a dedicated pad interface, which links directly to our FPGA via a FMC connector which gurantees low latency and high signla integrity. Finally, the signals land on our FPGA, where our RTL design acts as the central brain—managing the state machines, etc…</a:t>
            </a:r>
            <a:endParaRPr lang="en-IL" sz="1200" b="0" i="0" kern="120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B5352FA9-89CA-4F7A-9D94-B00116B3215E}" type="slidenum">
              <a:rPr lang="en-US" smtClean="0"/>
              <a:t>7</a:t>
            </a:fld>
            <a:endParaRPr lang="en-US"/>
          </a:p>
        </p:txBody>
      </p:sp>
    </p:spTree>
    <p:extLst>
      <p:ext uri="{BB962C8B-B14F-4D97-AF65-F5344CB8AC3E}">
        <p14:creationId xmlns:p14="http://schemas.microsoft.com/office/powerpoint/2010/main" val="39971322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For our mid-semester milestone, we want to have a completely verified design in simulation before we touch any expensive lab hardware. By the time we hit the middle of the semester, we plan to have all of our core Verilog code written—meaning the main state machines, timers, and clock blocks. We’ll also have the digital communication interfaces ready to go: specifically, the SIPO block to stream the neural network weights into the chip, and the PISO block to pull the calculated results back out. The ultimate goal here is to show you a solid behavioral testbench in </a:t>
            </a:r>
            <a:r>
              <a:rPr lang="en-US" err="1"/>
              <a:t>Vivado</a:t>
            </a:r>
            <a:r>
              <a:rPr lang="en-US"/>
              <a:t>. We want to show clear waveforms proving that our timing is rock-solid and everything is perfectly synchronized before we push anything to the physical FPGA.</a:t>
            </a:r>
          </a:p>
        </p:txBody>
      </p:sp>
      <p:sp>
        <p:nvSpPr>
          <p:cNvPr id="4" name="Slide Number Placeholder 3"/>
          <p:cNvSpPr>
            <a:spLocks noGrp="1"/>
          </p:cNvSpPr>
          <p:nvPr>
            <p:ph type="sldNum" sz="quarter" idx="5"/>
          </p:nvPr>
        </p:nvSpPr>
        <p:spPr/>
        <p:txBody>
          <a:bodyPr/>
          <a:lstStyle/>
          <a:p>
            <a:fld id="{B5352FA9-89CA-4F7A-9D94-B00116B3215E}" type="slidenum">
              <a:rPr lang="en-US" smtClean="0"/>
              <a:t>8</a:t>
            </a:fld>
            <a:endParaRPr lang="en-US"/>
          </a:p>
        </p:txBody>
      </p:sp>
    </p:spTree>
    <p:extLst>
      <p:ext uri="{BB962C8B-B14F-4D97-AF65-F5344CB8AC3E}">
        <p14:creationId xmlns:p14="http://schemas.microsoft.com/office/powerpoint/2010/main" val="6398166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Here is how we’re breaking down the first half of the semester, which covers weeks one through six. We’re starting out right now with project setup—basically locking down the exact hardware specs with Ilan and mapping out every single digital control line we need to drive. Moving into weeks three and four, we’re getting our hands dirty with the FPGA basics. We’ll get the tools installed, program our target Xilinx board, and test out basic things like clock dividers and flashing LEDs just to make sure our physical constraints are correct. Then, weeks five and six are all about signal generation, where we’ll dive deep into writing the actual Verilog FSMs and running our first serious timing simulations.</a:t>
            </a:r>
          </a:p>
        </p:txBody>
      </p:sp>
      <p:sp>
        <p:nvSpPr>
          <p:cNvPr id="4" name="Slide Number Placeholder 3"/>
          <p:cNvSpPr>
            <a:spLocks noGrp="1"/>
          </p:cNvSpPr>
          <p:nvPr>
            <p:ph type="sldNum" sz="quarter" idx="5"/>
          </p:nvPr>
        </p:nvSpPr>
        <p:spPr/>
        <p:txBody>
          <a:bodyPr/>
          <a:lstStyle/>
          <a:p>
            <a:fld id="{B5352FA9-89CA-4F7A-9D94-B00116B3215E}" type="slidenum">
              <a:rPr lang="en-US" smtClean="0"/>
              <a:t>9</a:t>
            </a:fld>
            <a:endParaRPr lang="en-US"/>
          </a:p>
        </p:txBody>
      </p:sp>
    </p:spTree>
    <p:extLst>
      <p:ext uri="{BB962C8B-B14F-4D97-AF65-F5344CB8AC3E}">
        <p14:creationId xmlns:p14="http://schemas.microsoft.com/office/powerpoint/2010/main" val="5239409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second half of the semester is where we shift from simulation to actual integration. In weeks seven and eight, we’ll stitch all of our separate digital blocks together and physically plug the FPGA into the lab's testing hardware. Weeks nine and ten are going to be a major testing and debugging window. We fully expect to deal with real-world noise and signal delays coming from the probe card lines, so we’ve allocated this time to troubleshoot those timing issues and tune our FSM parameters. Finally, in weeks eleven and twelve, we’ll run full performance sweeps, clean up our technical documentation, and hand over a reliable, finished system to the lab.</a:t>
            </a:r>
          </a:p>
        </p:txBody>
      </p:sp>
      <p:sp>
        <p:nvSpPr>
          <p:cNvPr id="4" name="Slide Number Placeholder 3"/>
          <p:cNvSpPr>
            <a:spLocks noGrp="1"/>
          </p:cNvSpPr>
          <p:nvPr>
            <p:ph type="sldNum" sz="quarter" idx="5"/>
          </p:nvPr>
        </p:nvSpPr>
        <p:spPr/>
        <p:txBody>
          <a:bodyPr/>
          <a:lstStyle/>
          <a:p>
            <a:fld id="{B5352FA9-89CA-4F7A-9D94-B00116B3215E}" type="slidenum">
              <a:rPr lang="en-US" smtClean="0"/>
              <a:t>10</a:t>
            </a:fld>
            <a:endParaRPr lang="en-US"/>
          </a:p>
        </p:txBody>
      </p:sp>
    </p:spTree>
    <p:extLst>
      <p:ext uri="{BB962C8B-B14F-4D97-AF65-F5344CB8AC3E}">
        <p14:creationId xmlns:p14="http://schemas.microsoft.com/office/powerpoint/2010/main" val="39739090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1299AD8-971B-41FC-83A6-669BEFF447EF}" type="slidenum">
              <a:rPr lang="en-US" smtClean="0"/>
              <a:t>‹#›</a:t>
            </a:fld>
            <a:endParaRPr lang="en-US"/>
          </a:p>
        </p:txBody>
      </p:sp>
    </p:spTree>
    <p:extLst>
      <p:ext uri="{BB962C8B-B14F-4D97-AF65-F5344CB8AC3E}">
        <p14:creationId xmlns:p14="http://schemas.microsoft.com/office/powerpoint/2010/main" val="512928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1299AD8-971B-41FC-83A6-669BEFF447EF}" type="slidenum">
              <a:rPr lang="en-US" smtClean="0"/>
              <a:t>‹#›</a:t>
            </a:fld>
            <a:endParaRPr lang="en-US"/>
          </a:p>
        </p:txBody>
      </p:sp>
      <p:pic>
        <p:nvPicPr>
          <p:cNvPr id="8" name="Picture 4" descr="Technion logo"/>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51450" y="211550"/>
            <a:ext cx="973499" cy="480428"/>
          </a:xfrm>
          <a:prstGeom prst="rect">
            <a:avLst/>
          </a:prstGeom>
          <a:noFill/>
          <a:extLst>
            <a:ext uri="{909E8E84-426E-40DD-AFC4-6F175D3DCCD1}">
              <a14:hiddenFill xmlns:a14="http://schemas.microsoft.com/office/drawing/2010/main">
                <a:solidFill>
                  <a:srgbClr val="FFFFFF"/>
                </a:solidFill>
              </a14:hiddenFill>
            </a:ext>
          </a:extLst>
        </p:spPr>
      </p:pic>
      <p:pic>
        <p:nvPicPr>
          <p:cNvPr id="9" name="Graphic 8">
            <a:extLst>
              <a:ext uri="{FF2B5EF4-FFF2-40B4-BE49-F238E27FC236}">
                <a16:creationId xmlns:a16="http://schemas.microsoft.com/office/drawing/2014/main" id="{4E276258-196E-46B7-B8C5-E4FC4F98E5DD}"/>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027923" y="165918"/>
            <a:ext cx="1889679" cy="480427"/>
          </a:xfrm>
          <a:prstGeom prst="rect">
            <a:avLst/>
          </a:prstGeom>
        </p:spPr>
      </p:pic>
    </p:spTree>
    <p:extLst>
      <p:ext uri="{BB962C8B-B14F-4D97-AF65-F5344CB8AC3E}">
        <p14:creationId xmlns:p14="http://schemas.microsoft.com/office/powerpoint/2010/main" val="9999101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1299AD8-971B-41FC-83A6-669BEFF447EF}" type="slidenum">
              <a:rPr lang="en-US" smtClean="0"/>
              <a:t>‹#›</a:t>
            </a:fld>
            <a:endParaRPr lang="en-US"/>
          </a:p>
        </p:txBody>
      </p:sp>
    </p:spTree>
    <p:extLst>
      <p:ext uri="{BB962C8B-B14F-4D97-AF65-F5344CB8AC3E}">
        <p14:creationId xmlns:p14="http://schemas.microsoft.com/office/powerpoint/2010/main" val="23824965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1299AD8-971B-41FC-83A6-669BEFF447EF}" type="slidenum">
              <a:rPr lang="en-US" smtClean="0"/>
              <a:t>‹#›</a:t>
            </a:fld>
            <a:endParaRPr lang="en-US"/>
          </a:p>
        </p:txBody>
      </p:sp>
    </p:spTree>
    <p:extLst>
      <p:ext uri="{BB962C8B-B14F-4D97-AF65-F5344CB8AC3E}">
        <p14:creationId xmlns:p14="http://schemas.microsoft.com/office/powerpoint/2010/main" val="36850899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1299AD8-971B-41FC-83A6-669BEFF447EF}" type="slidenum">
              <a:rPr lang="en-US" smtClean="0"/>
              <a:t>‹#›</a:t>
            </a:fld>
            <a:endParaRPr lang="en-US"/>
          </a:p>
        </p:txBody>
      </p:sp>
    </p:spTree>
    <p:extLst>
      <p:ext uri="{BB962C8B-B14F-4D97-AF65-F5344CB8AC3E}">
        <p14:creationId xmlns:p14="http://schemas.microsoft.com/office/powerpoint/2010/main" val="30845701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1299AD8-971B-41FC-83A6-669BEFF447EF}" type="slidenum">
              <a:rPr lang="en-US" smtClean="0"/>
              <a:t>‹#›</a:t>
            </a:fld>
            <a:endParaRPr lang="en-US"/>
          </a:p>
        </p:txBody>
      </p:sp>
      <p:pic>
        <p:nvPicPr>
          <p:cNvPr id="7" name="Picture 4" descr="Technion logo"/>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51450" y="211550"/>
            <a:ext cx="973499" cy="480428"/>
          </a:xfrm>
          <a:prstGeom prst="rect">
            <a:avLst/>
          </a:prstGeom>
          <a:noFill/>
          <a:extLst>
            <a:ext uri="{909E8E84-426E-40DD-AFC4-6F175D3DCCD1}">
              <a14:hiddenFill xmlns:a14="http://schemas.microsoft.com/office/drawing/2010/main">
                <a:solidFill>
                  <a:srgbClr val="FFFFFF"/>
                </a:solidFill>
              </a14:hiddenFill>
            </a:ext>
          </a:extLst>
        </p:spPr>
      </p:pic>
      <p:pic>
        <p:nvPicPr>
          <p:cNvPr id="8" name="Graphic 7">
            <a:extLst>
              <a:ext uri="{FF2B5EF4-FFF2-40B4-BE49-F238E27FC236}">
                <a16:creationId xmlns:a16="http://schemas.microsoft.com/office/drawing/2014/main" id="{477AB8A5-FDE2-4F34-989F-FF01ED1B9A8E}"/>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241280" y="165919"/>
            <a:ext cx="1676322" cy="426183"/>
          </a:xfrm>
          <a:prstGeom prst="rect">
            <a:avLst/>
          </a:prstGeom>
        </p:spPr>
      </p:pic>
    </p:spTree>
    <p:extLst>
      <p:ext uri="{BB962C8B-B14F-4D97-AF65-F5344CB8AC3E}">
        <p14:creationId xmlns:p14="http://schemas.microsoft.com/office/powerpoint/2010/main" val="15977996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1299AD8-971B-41FC-83A6-669BEFF447EF}" type="slidenum">
              <a:rPr lang="en-US" smtClean="0"/>
              <a:t>‹#›</a:t>
            </a:fld>
            <a:endParaRPr lang="en-US"/>
          </a:p>
        </p:txBody>
      </p:sp>
      <p:pic>
        <p:nvPicPr>
          <p:cNvPr id="1028" name="Picture 4" descr="Technion logo"/>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51450" y="211550"/>
            <a:ext cx="973499" cy="480428"/>
          </a:xfrm>
          <a:prstGeom prst="rect">
            <a:avLst/>
          </a:prstGeom>
          <a:noFill/>
          <a:extLst>
            <a:ext uri="{909E8E84-426E-40DD-AFC4-6F175D3DCCD1}">
              <a14:hiddenFill xmlns:a14="http://schemas.microsoft.com/office/drawing/2010/main">
                <a:solidFill>
                  <a:srgbClr val="FFFFFF"/>
                </a:solidFill>
              </a14:hiddenFill>
            </a:ext>
          </a:extLst>
        </p:spPr>
      </p:pic>
      <p:pic>
        <p:nvPicPr>
          <p:cNvPr id="7" name="Graphic 6">
            <a:extLst>
              <a:ext uri="{FF2B5EF4-FFF2-40B4-BE49-F238E27FC236}">
                <a16:creationId xmlns:a16="http://schemas.microsoft.com/office/drawing/2014/main" id="{7E97632A-D14C-4154-80E5-6378947214BD}"/>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027919" y="165919"/>
            <a:ext cx="1889683" cy="480428"/>
          </a:xfrm>
          <a:prstGeom prst="rect">
            <a:avLst/>
          </a:prstGeom>
        </p:spPr>
      </p:pic>
    </p:spTree>
    <p:extLst>
      <p:ext uri="{BB962C8B-B14F-4D97-AF65-F5344CB8AC3E}">
        <p14:creationId xmlns:p14="http://schemas.microsoft.com/office/powerpoint/2010/main" val="27046011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1299AD8-971B-41FC-83A6-669BEFF447EF}" type="slidenum">
              <a:rPr lang="en-US" smtClean="0"/>
              <a:t>‹#›</a:t>
            </a:fld>
            <a:endParaRPr lang="en-US"/>
          </a:p>
        </p:txBody>
      </p:sp>
    </p:spTree>
    <p:extLst>
      <p:ext uri="{BB962C8B-B14F-4D97-AF65-F5344CB8AC3E}">
        <p14:creationId xmlns:p14="http://schemas.microsoft.com/office/powerpoint/2010/main" val="13232173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1299AD8-971B-41FC-83A6-669BEFF447EF}" type="slidenum">
              <a:rPr lang="en-US" smtClean="0"/>
              <a:t>‹#›</a:t>
            </a:fld>
            <a:endParaRPr lang="en-US"/>
          </a:p>
        </p:txBody>
      </p:sp>
    </p:spTree>
    <p:extLst>
      <p:ext uri="{BB962C8B-B14F-4D97-AF65-F5344CB8AC3E}">
        <p14:creationId xmlns:p14="http://schemas.microsoft.com/office/powerpoint/2010/main" val="9101010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1299AD8-971B-41FC-83A6-669BEFF447EF}" type="slidenum">
              <a:rPr lang="en-US" smtClean="0"/>
              <a:t>‹#›</a:t>
            </a:fld>
            <a:endParaRPr lang="en-US"/>
          </a:p>
        </p:txBody>
      </p:sp>
    </p:spTree>
    <p:extLst>
      <p:ext uri="{BB962C8B-B14F-4D97-AF65-F5344CB8AC3E}">
        <p14:creationId xmlns:p14="http://schemas.microsoft.com/office/powerpoint/2010/main" val="36867532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1299AD8-971B-41FC-83A6-669BEFF447EF}" type="slidenum">
              <a:rPr lang="en-US" smtClean="0"/>
              <a:t>‹#›</a:t>
            </a:fld>
            <a:endParaRPr lang="en-US"/>
          </a:p>
        </p:txBody>
      </p:sp>
    </p:spTree>
    <p:extLst>
      <p:ext uri="{BB962C8B-B14F-4D97-AF65-F5344CB8AC3E}">
        <p14:creationId xmlns:p14="http://schemas.microsoft.com/office/powerpoint/2010/main" val="29994352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2D6BCB-C84D-4EA5-A36B-BAF94EEE869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L"/>
          </a:p>
        </p:txBody>
      </p:sp>
      <p:sp>
        <p:nvSpPr>
          <p:cNvPr id="3" name="Subtitle 2">
            <a:extLst>
              <a:ext uri="{FF2B5EF4-FFF2-40B4-BE49-F238E27FC236}">
                <a16:creationId xmlns:a16="http://schemas.microsoft.com/office/drawing/2014/main" id="{CA424C98-B34E-4ED7-B8D3-752CFB5480D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L"/>
          </a:p>
        </p:txBody>
      </p:sp>
      <p:sp>
        <p:nvSpPr>
          <p:cNvPr id="4" name="Date Placeholder 3">
            <a:extLst>
              <a:ext uri="{FF2B5EF4-FFF2-40B4-BE49-F238E27FC236}">
                <a16:creationId xmlns:a16="http://schemas.microsoft.com/office/drawing/2014/main" id="{3DCDC41D-7104-41AC-8277-E80DFAE6282A}"/>
              </a:ext>
            </a:extLst>
          </p:cNvPr>
          <p:cNvSpPr>
            <a:spLocks noGrp="1"/>
          </p:cNvSpPr>
          <p:nvPr>
            <p:ph type="dt" sz="half" idx="10"/>
          </p:nvPr>
        </p:nvSpPr>
        <p:spPr/>
        <p:txBody>
          <a:bodyPr/>
          <a:lstStyle/>
          <a:p>
            <a:endParaRPr lang="en-IL"/>
          </a:p>
        </p:txBody>
      </p:sp>
      <p:sp>
        <p:nvSpPr>
          <p:cNvPr id="5" name="Footer Placeholder 4">
            <a:extLst>
              <a:ext uri="{FF2B5EF4-FFF2-40B4-BE49-F238E27FC236}">
                <a16:creationId xmlns:a16="http://schemas.microsoft.com/office/drawing/2014/main" id="{C68D0114-27B2-4090-8213-CF4559451F5C}"/>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3CB59E16-8812-434F-9D24-DEB52354B751}"/>
              </a:ext>
            </a:extLst>
          </p:cNvPr>
          <p:cNvSpPr>
            <a:spLocks noGrp="1"/>
          </p:cNvSpPr>
          <p:nvPr>
            <p:ph type="sldNum" sz="quarter" idx="12"/>
          </p:nvPr>
        </p:nvSpPr>
        <p:spPr/>
        <p:txBody>
          <a:bodyPr/>
          <a:lstStyle/>
          <a:p>
            <a:fld id="{5DDF441E-0272-4278-B0FE-388D664C89C5}" type="slidenum">
              <a:rPr lang="en-IL" smtClean="0"/>
              <a:t>‹#›</a:t>
            </a:fld>
            <a:endParaRPr lang="en-IL"/>
          </a:p>
        </p:txBody>
      </p:sp>
    </p:spTree>
    <p:extLst>
      <p:ext uri="{BB962C8B-B14F-4D97-AF65-F5344CB8AC3E}">
        <p14:creationId xmlns:p14="http://schemas.microsoft.com/office/powerpoint/2010/main" val="337012623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AD8C11-E8E6-4DD7-8895-BECE2B6C854C}"/>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BA6A9DB0-B41C-43BE-A1D5-1CAF46D0E4E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27B6A200-44E2-460C-8EB0-2B28536D2281}"/>
              </a:ext>
            </a:extLst>
          </p:cNvPr>
          <p:cNvSpPr>
            <a:spLocks noGrp="1"/>
          </p:cNvSpPr>
          <p:nvPr>
            <p:ph type="dt" sz="half" idx="10"/>
          </p:nvPr>
        </p:nvSpPr>
        <p:spPr/>
        <p:txBody>
          <a:bodyPr/>
          <a:lstStyle/>
          <a:p>
            <a:endParaRPr lang="en-IL"/>
          </a:p>
        </p:txBody>
      </p:sp>
      <p:sp>
        <p:nvSpPr>
          <p:cNvPr id="5" name="Footer Placeholder 4">
            <a:extLst>
              <a:ext uri="{FF2B5EF4-FFF2-40B4-BE49-F238E27FC236}">
                <a16:creationId xmlns:a16="http://schemas.microsoft.com/office/drawing/2014/main" id="{32BC72B0-5ED3-4FEC-9FBB-0A4075DEB214}"/>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A5C26DA7-4FFF-460E-BF7E-8808A5C7013A}"/>
              </a:ext>
            </a:extLst>
          </p:cNvPr>
          <p:cNvSpPr>
            <a:spLocks noGrp="1"/>
          </p:cNvSpPr>
          <p:nvPr>
            <p:ph type="sldNum" sz="quarter" idx="12"/>
          </p:nvPr>
        </p:nvSpPr>
        <p:spPr/>
        <p:txBody>
          <a:bodyPr/>
          <a:lstStyle/>
          <a:p>
            <a:fld id="{5DDF441E-0272-4278-B0FE-388D664C89C5}" type="slidenum">
              <a:rPr lang="en-IL" smtClean="0"/>
              <a:t>‹#›</a:t>
            </a:fld>
            <a:endParaRPr lang="en-IL"/>
          </a:p>
        </p:txBody>
      </p:sp>
    </p:spTree>
    <p:extLst>
      <p:ext uri="{BB962C8B-B14F-4D97-AF65-F5344CB8AC3E}">
        <p14:creationId xmlns:p14="http://schemas.microsoft.com/office/powerpoint/2010/main" val="329293035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7704DC-AB2D-4412-84D0-D6ACB9875F6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L"/>
          </a:p>
        </p:txBody>
      </p:sp>
      <p:sp>
        <p:nvSpPr>
          <p:cNvPr id="3" name="Text Placeholder 2">
            <a:extLst>
              <a:ext uri="{FF2B5EF4-FFF2-40B4-BE49-F238E27FC236}">
                <a16:creationId xmlns:a16="http://schemas.microsoft.com/office/drawing/2014/main" id="{84813D71-65F8-4EDB-9874-1DA624BA7C2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9E8B631-7381-4649-BE98-7AD5D7AA1137}"/>
              </a:ext>
            </a:extLst>
          </p:cNvPr>
          <p:cNvSpPr>
            <a:spLocks noGrp="1"/>
          </p:cNvSpPr>
          <p:nvPr>
            <p:ph type="dt" sz="half" idx="10"/>
          </p:nvPr>
        </p:nvSpPr>
        <p:spPr/>
        <p:txBody>
          <a:bodyPr/>
          <a:lstStyle/>
          <a:p>
            <a:endParaRPr lang="en-IL"/>
          </a:p>
        </p:txBody>
      </p:sp>
      <p:sp>
        <p:nvSpPr>
          <p:cNvPr id="5" name="Footer Placeholder 4">
            <a:extLst>
              <a:ext uri="{FF2B5EF4-FFF2-40B4-BE49-F238E27FC236}">
                <a16:creationId xmlns:a16="http://schemas.microsoft.com/office/drawing/2014/main" id="{4A118FB8-CE51-444C-939F-9F38090716FB}"/>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80D1095B-AEE6-4124-8B54-F94F6E6D7773}"/>
              </a:ext>
            </a:extLst>
          </p:cNvPr>
          <p:cNvSpPr>
            <a:spLocks noGrp="1"/>
          </p:cNvSpPr>
          <p:nvPr>
            <p:ph type="sldNum" sz="quarter" idx="12"/>
          </p:nvPr>
        </p:nvSpPr>
        <p:spPr/>
        <p:txBody>
          <a:bodyPr/>
          <a:lstStyle/>
          <a:p>
            <a:fld id="{5DDF441E-0272-4278-B0FE-388D664C89C5}" type="slidenum">
              <a:rPr lang="en-IL" smtClean="0"/>
              <a:t>‹#›</a:t>
            </a:fld>
            <a:endParaRPr lang="en-IL"/>
          </a:p>
        </p:txBody>
      </p:sp>
    </p:spTree>
    <p:extLst>
      <p:ext uri="{BB962C8B-B14F-4D97-AF65-F5344CB8AC3E}">
        <p14:creationId xmlns:p14="http://schemas.microsoft.com/office/powerpoint/2010/main" val="262829484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C33B16-6700-4940-A34A-A9E162BC0471}"/>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A8D0AD5D-A041-4338-B2E2-68460D4F02A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Content Placeholder 3">
            <a:extLst>
              <a:ext uri="{FF2B5EF4-FFF2-40B4-BE49-F238E27FC236}">
                <a16:creationId xmlns:a16="http://schemas.microsoft.com/office/drawing/2014/main" id="{E89038EA-9D75-4092-B520-763B6E1C2FB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Date Placeholder 4">
            <a:extLst>
              <a:ext uri="{FF2B5EF4-FFF2-40B4-BE49-F238E27FC236}">
                <a16:creationId xmlns:a16="http://schemas.microsoft.com/office/drawing/2014/main" id="{3AA74AB9-EF06-4BE9-9D22-1BB62F7C56F5}"/>
              </a:ext>
            </a:extLst>
          </p:cNvPr>
          <p:cNvSpPr>
            <a:spLocks noGrp="1"/>
          </p:cNvSpPr>
          <p:nvPr>
            <p:ph type="dt" sz="half" idx="10"/>
          </p:nvPr>
        </p:nvSpPr>
        <p:spPr/>
        <p:txBody>
          <a:bodyPr/>
          <a:lstStyle/>
          <a:p>
            <a:endParaRPr lang="en-IL"/>
          </a:p>
        </p:txBody>
      </p:sp>
      <p:sp>
        <p:nvSpPr>
          <p:cNvPr id="6" name="Footer Placeholder 5">
            <a:extLst>
              <a:ext uri="{FF2B5EF4-FFF2-40B4-BE49-F238E27FC236}">
                <a16:creationId xmlns:a16="http://schemas.microsoft.com/office/drawing/2014/main" id="{14379578-B077-4154-9440-210136287048}"/>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CB677EA6-7B5F-4B7D-A1D1-623CE650A2F3}"/>
              </a:ext>
            </a:extLst>
          </p:cNvPr>
          <p:cNvSpPr>
            <a:spLocks noGrp="1"/>
          </p:cNvSpPr>
          <p:nvPr>
            <p:ph type="sldNum" sz="quarter" idx="12"/>
          </p:nvPr>
        </p:nvSpPr>
        <p:spPr/>
        <p:txBody>
          <a:bodyPr/>
          <a:lstStyle/>
          <a:p>
            <a:fld id="{5DDF441E-0272-4278-B0FE-388D664C89C5}" type="slidenum">
              <a:rPr lang="en-IL" smtClean="0"/>
              <a:t>‹#›</a:t>
            </a:fld>
            <a:endParaRPr lang="en-IL"/>
          </a:p>
        </p:txBody>
      </p:sp>
    </p:spTree>
    <p:extLst>
      <p:ext uri="{BB962C8B-B14F-4D97-AF65-F5344CB8AC3E}">
        <p14:creationId xmlns:p14="http://schemas.microsoft.com/office/powerpoint/2010/main" val="285880760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B5F71E-3CD5-46A8-8660-E0B2209A1C71}"/>
              </a:ext>
            </a:extLst>
          </p:cNvPr>
          <p:cNvSpPr>
            <a:spLocks noGrp="1"/>
          </p:cNvSpPr>
          <p:nvPr>
            <p:ph type="title"/>
          </p:nvPr>
        </p:nvSpPr>
        <p:spPr>
          <a:xfrm>
            <a:off x="839788" y="365125"/>
            <a:ext cx="10515600" cy="1325563"/>
          </a:xfrm>
        </p:spPr>
        <p:txBody>
          <a:bodyPr/>
          <a:lstStyle/>
          <a:p>
            <a:r>
              <a:rPr lang="en-US"/>
              <a:t>Click to edit Master title style</a:t>
            </a:r>
            <a:endParaRPr lang="en-IL"/>
          </a:p>
        </p:txBody>
      </p:sp>
      <p:sp>
        <p:nvSpPr>
          <p:cNvPr id="3" name="Text Placeholder 2">
            <a:extLst>
              <a:ext uri="{FF2B5EF4-FFF2-40B4-BE49-F238E27FC236}">
                <a16:creationId xmlns:a16="http://schemas.microsoft.com/office/drawing/2014/main" id="{61FDC99F-893A-48BF-B8B2-269B99B101A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BC30363-2A41-4203-9FB2-2C687607DA7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Text Placeholder 4">
            <a:extLst>
              <a:ext uri="{FF2B5EF4-FFF2-40B4-BE49-F238E27FC236}">
                <a16:creationId xmlns:a16="http://schemas.microsoft.com/office/drawing/2014/main" id="{10EDDFAA-BACE-404E-B6B1-9713D2D13CD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00FF9BA-CED0-4828-81C1-A785081AEF8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7" name="Date Placeholder 6">
            <a:extLst>
              <a:ext uri="{FF2B5EF4-FFF2-40B4-BE49-F238E27FC236}">
                <a16:creationId xmlns:a16="http://schemas.microsoft.com/office/drawing/2014/main" id="{DDD36BFF-D5C7-4FCE-BA35-68F69CD3B939}"/>
              </a:ext>
            </a:extLst>
          </p:cNvPr>
          <p:cNvSpPr>
            <a:spLocks noGrp="1"/>
          </p:cNvSpPr>
          <p:nvPr>
            <p:ph type="dt" sz="half" idx="10"/>
          </p:nvPr>
        </p:nvSpPr>
        <p:spPr/>
        <p:txBody>
          <a:bodyPr/>
          <a:lstStyle/>
          <a:p>
            <a:endParaRPr lang="en-IL"/>
          </a:p>
        </p:txBody>
      </p:sp>
      <p:sp>
        <p:nvSpPr>
          <p:cNvPr id="8" name="Footer Placeholder 7">
            <a:extLst>
              <a:ext uri="{FF2B5EF4-FFF2-40B4-BE49-F238E27FC236}">
                <a16:creationId xmlns:a16="http://schemas.microsoft.com/office/drawing/2014/main" id="{29594328-0A48-4735-8670-1C48425440A0}"/>
              </a:ext>
            </a:extLst>
          </p:cNvPr>
          <p:cNvSpPr>
            <a:spLocks noGrp="1"/>
          </p:cNvSpPr>
          <p:nvPr>
            <p:ph type="ftr" sz="quarter" idx="11"/>
          </p:nvPr>
        </p:nvSpPr>
        <p:spPr/>
        <p:txBody>
          <a:bodyPr/>
          <a:lstStyle/>
          <a:p>
            <a:endParaRPr lang="en-IL"/>
          </a:p>
        </p:txBody>
      </p:sp>
      <p:sp>
        <p:nvSpPr>
          <p:cNvPr id="9" name="Slide Number Placeholder 8">
            <a:extLst>
              <a:ext uri="{FF2B5EF4-FFF2-40B4-BE49-F238E27FC236}">
                <a16:creationId xmlns:a16="http://schemas.microsoft.com/office/drawing/2014/main" id="{FA74F4E6-6ABE-42A8-B913-C196C01DB71E}"/>
              </a:ext>
            </a:extLst>
          </p:cNvPr>
          <p:cNvSpPr>
            <a:spLocks noGrp="1"/>
          </p:cNvSpPr>
          <p:nvPr>
            <p:ph type="sldNum" sz="quarter" idx="12"/>
          </p:nvPr>
        </p:nvSpPr>
        <p:spPr/>
        <p:txBody>
          <a:bodyPr/>
          <a:lstStyle/>
          <a:p>
            <a:fld id="{5DDF441E-0272-4278-B0FE-388D664C89C5}" type="slidenum">
              <a:rPr lang="en-IL" smtClean="0"/>
              <a:t>‹#›</a:t>
            </a:fld>
            <a:endParaRPr lang="en-IL"/>
          </a:p>
        </p:txBody>
      </p:sp>
    </p:spTree>
    <p:extLst>
      <p:ext uri="{BB962C8B-B14F-4D97-AF65-F5344CB8AC3E}">
        <p14:creationId xmlns:p14="http://schemas.microsoft.com/office/powerpoint/2010/main" val="53299606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937FDA-9392-480B-839D-000D23B8E9EE}"/>
              </a:ext>
            </a:extLst>
          </p:cNvPr>
          <p:cNvSpPr>
            <a:spLocks noGrp="1"/>
          </p:cNvSpPr>
          <p:nvPr>
            <p:ph type="title"/>
          </p:nvPr>
        </p:nvSpPr>
        <p:spPr/>
        <p:txBody>
          <a:bodyPr/>
          <a:lstStyle/>
          <a:p>
            <a:r>
              <a:rPr lang="en-US"/>
              <a:t>Click to edit Master title style</a:t>
            </a:r>
            <a:endParaRPr lang="en-IL"/>
          </a:p>
        </p:txBody>
      </p:sp>
      <p:sp>
        <p:nvSpPr>
          <p:cNvPr id="3" name="Date Placeholder 2">
            <a:extLst>
              <a:ext uri="{FF2B5EF4-FFF2-40B4-BE49-F238E27FC236}">
                <a16:creationId xmlns:a16="http://schemas.microsoft.com/office/drawing/2014/main" id="{1C82FE4F-12C4-4EE8-9C21-117F421A3C75}"/>
              </a:ext>
            </a:extLst>
          </p:cNvPr>
          <p:cNvSpPr>
            <a:spLocks noGrp="1"/>
          </p:cNvSpPr>
          <p:nvPr>
            <p:ph type="dt" sz="half" idx="10"/>
          </p:nvPr>
        </p:nvSpPr>
        <p:spPr/>
        <p:txBody>
          <a:bodyPr/>
          <a:lstStyle/>
          <a:p>
            <a:endParaRPr lang="en-IL"/>
          </a:p>
        </p:txBody>
      </p:sp>
      <p:sp>
        <p:nvSpPr>
          <p:cNvPr id="4" name="Footer Placeholder 3">
            <a:extLst>
              <a:ext uri="{FF2B5EF4-FFF2-40B4-BE49-F238E27FC236}">
                <a16:creationId xmlns:a16="http://schemas.microsoft.com/office/drawing/2014/main" id="{7B4D99C9-4B28-462B-BFC5-7ED927C60090}"/>
              </a:ext>
            </a:extLst>
          </p:cNvPr>
          <p:cNvSpPr>
            <a:spLocks noGrp="1"/>
          </p:cNvSpPr>
          <p:nvPr>
            <p:ph type="ftr" sz="quarter" idx="11"/>
          </p:nvPr>
        </p:nvSpPr>
        <p:spPr/>
        <p:txBody>
          <a:bodyPr/>
          <a:lstStyle/>
          <a:p>
            <a:endParaRPr lang="en-IL"/>
          </a:p>
        </p:txBody>
      </p:sp>
      <p:sp>
        <p:nvSpPr>
          <p:cNvPr id="5" name="Slide Number Placeholder 4">
            <a:extLst>
              <a:ext uri="{FF2B5EF4-FFF2-40B4-BE49-F238E27FC236}">
                <a16:creationId xmlns:a16="http://schemas.microsoft.com/office/drawing/2014/main" id="{3C2AF4C6-7AC7-4BE5-8C65-8DAD813E8DA2}"/>
              </a:ext>
            </a:extLst>
          </p:cNvPr>
          <p:cNvSpPr>
            <a:spLocks noGrp="1"/>
          </p:cNvSpPr>
          <p:nvPr>
            <p:ph type="sldNum" sz="quarter" idx="12"/>
          </p:nvPr>
        </p:nvSpPr>
        <p:spPr/>
        <p:txBody>
          <a:bodyPr/>
          <a:lstStyle/>
          <a:p>
            <a:fld id="{5DDF441E-0272-4278-B0FE-388D664C89C5}" type="slidenum">
              <a:rPr lang="en-IL" smtClean="0"/>
              <a:t>‹#›</a:t>
            </a:fld>
            <a:endParaRPr lang="en-IL"/>
          </a:p>
        </p:txBody>
      </p:sp>
    </p:spTree>
    <p:extLst>
      <p:ext uri="{BB962C8B-B14F-4D97-AF65-F5344CB8AC3E}">
        <p14:creationId xmlns:p14="http://schemas.microsoft.com/office/powerpoint/2010/main" val="325792690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56BEEC5-2C03-437E-9C3D-576FA6909A41}"/>
              </a:ext>
            </a:extLst>
          </p:cNvPr>
          <p:cNvSpPr>
            <a:spLocks noGrp="1"/>
          </p:cNvSpPr>
          <p:nvPr>
            <p:ph type="dt" sz="half" idx="10"/>
          </p:nvPr>
        </p:nvSpPr>
        <p:spPr/>
        <p:txBody>
          <a:bodyPr/>
          <a:lstStyle/>
          <a:p>
            <a:endParaRPr lang="en-IL"/>
          </a:p>
        </p:txBody>
      </p:sp>
      <p:sp>
        <p:nvSpPr>
          <p:cNvPr id="3" name="Footer Placeholder 2">
            <a:extLst>
              <a:ext uri="{FF2B5EF4-FFF2-40B4-BE49-F238E27FC236}">
                <a16:creationId xmlns:a16="http://schemas.microsoft.com/office/drawing/2014/main" id="{F636D4D7-158E-41E2-BE3C-7AAF43A1F3EC}"/>
              </a:ext>
            </a:extLst>
          </p:cNvPr>
          <p:cNvSpPr>
            <a:spLocks noGrp="1"/>
          </p:cNvSpPr>
          <p:nvPr>
            <p:ph type="ftr" sz="quarter" idx="11"/>
          </p:nvPr>
        </p:nvSpPr>
        <p:spPr/>
        <p:txBody>
          <a:bodyPr/>
          <a:lstStyle/>
          <a:p>
            <a:endParaRPr lang="en-IL"/>
          </a:p>
        </p:txBody>
      </p:sp>
      <p:sp>
        <p:nvSpPr>
          <p:cNvPr id="4" name="Slide Number Placeholder 3">
            <a:extLst>
              <a:ext uri="{FF2B5EF4-FFF2-40B4-BE49-F238E27FC236}">
                <a16:creationId xmlns:a16="http://schemas.microsoft.com/office/drawing/2014/main" id="{27DB6DE8-2165-4B31-BD87-0C18DA786C4F}"/>
              </a:ext>
            </a:extLst>
          </p:cNvPr>
          <p:cNvSpPr>
            <a:spLocks noGrp="1"/>
          </p:cNvSpPr>
          <p:nvPr>
            <p:ph type="sldNum" sz="quarter" idx="12"/>
          </p:nvPr>
        </p:nvSpPr>
        <p:spPr/>
        <p:txBody>
          <a:bodyPr/>
          <a:lstStyle/>
          <a:p>
            <a:fld id="{5DDF441E-0272-4278-B0FE-388D664C89C5}" type="slidenum">
              <a:rPr lang="en-IL" smtClean="0"/>
              <a:t>‹#›</a:t>
            </a:fld>
            <a:endParaRPr lang="en-IL"/>
          </a:p>
        </p:txBody>
      </p:sp>
    </p:spTree>
    <p:extLst>
      <p:ext uri="{BB962C8B-B14F-4D97-AF65-F5344CB8AC3E}">
        <p14:creationId xmlns:p14="http://schemas.microsoft.com/office/powerpoint/2010/main" val="408712335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DD0E6C-6667-4ABF-8DF9-952F1F360B8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Content Placeholder 2">
            <a:extLst>
              <a:ext uri="{FF2B5EF4-FFF2-40B4-BE49-F238E27FC236}">
                <a16:creationId xmlns:a16="http://schemas.microsoft.com/office/drawing/2014/main" id="{85A8CD6E-A99F-4338-900E-BA7D1B37866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Text Placeholder 3">
            <a:extLst>
              <a:ext uri="{FF2B5EF4-FFF2-40B4-BE49-F238E27FC236}">
                <a16:creationId xmlns:a16="http://schemas.microsoft.com/office/drawing/2014/main" id="{30E6A8FC-EF71-4A06-8105-D82ED4C8654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A435EFA-3023-48AE-8057-EF005FBE1F05}"/>
              </a:ext>
            </a:extLst>
          </p:cNvPr>
          <p:cNvSpPr>
            <a:spLocks noGrp="1"/>
          </p:cNvSpPr>
          <p:nvPr>
            <p:ph type="dt" sz="half" idx="10"/>
          </p:nvPr>
        </p:nvSpPr>
        <p:spPr/>
        <p:txBody>
          <a:bodyPr/>
          <a:lstStyle/>
          <a:p>
            <a:endParaRPr lang="en-IL"/>
          </a:p>
        </p:txBody>
      </p:sp>
      <p:sp>
        <p:nvSpPr>
          <p:cNvPr id="6" name="Footer Placeholder 5">
            <a:extLst>
              <a:ext uri="{FF2B5EF4-FFF2-40B4-BE49-F238E27FC236}">
                <a16:creationId xmlns:a16="http://schemas.microsoft.com/office/drawing/2014/main" id="{0CFDBBE2-B30F-4325-A5B0-29D5E541B5C2}"/>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8E5685C5-4AFA-4C27-AE0C-9A24030BE0E8}"/>
              </a:ext>
            </a:extLst>
          </p:cNvPr>
          <p:cNvSpPr>
            <a:spLocks noGrp="1"/>
          </p:cNvSpPr>
          <p:nvPr>
            <p:ph type="sldNum" sz="quarter" idx="12"/>
          </p:nvPr>
        </p:nvSpPr>
        <p:spPr/>
        <p:txBody>
          <a:bodyPr/>
          <a:lstStyle/>
          <a:p>
            <a:fld id="{5DDF441E-0272-4278-B0FE-388D664C89C5}" type="slidenum">
              <a:rPr lang="en-IL" smtClean="0"/>
              <a:t>‹#›</a:t>
            </a:fld>
            <a:endParaRPr lang="en-IL"/>
          </a:p>
        </p:txBody>
      </p:sp>
    </p:spTree>
    <p:extLst>
      <p:ext uri="{BB962C8B-B14F-4D97-AF65-F5344CB8AC3E}">
        <p14:creationId xmlns:p14="http://schemas.microsoft.com/office/powerpoint/2010/main" val="159060314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39867D-0B25-43D8-B29A-A8F14149D53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Picture Placeholder 2">
            <a:extLst>
              <a:ext uri="{FF2B5EF4-FFF2-40B4-BE49-F238E27FC236}">
                <a16:creationId xmlns:a16="http://schemas.microsoft.com/office/drawing/2014/main" id="{6C080A45-64A4-410A-B1C0-4C26044B672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L"/>
          </a:p>
        </p:txBody>
      </p:sp>
      <p:sp>
        <p:nvSpPr>
          <p:cNvPr id="4" name="Text Placeholder 3">
            <a:extLst>
              <a:ext uri="{FF2B5EF4-FFF2-40B4-BE49-F238E27FC236}">
                <a16:creationId xmlns:a16="http://schemas.microsoft.com/office/drawing/2014/main" id="{3C4DA426-5A34-44B5-8636-C8A87B04AEE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4780855-3E8E-424D-B1DB-8287A868A059}"/>
              </a:ext>
            </a:extLst>
          </p:cNvPr>
          <p:cNvSpPr>
            <a:spLocks noGrp="1"/>
          </p:cNvSpPr>
          <p:nvPr>
            <p:ph type="dt" sz="half" idx="10"/>
          </p:nvPr>
        </p:nvSpPr>
        <p:spPr/>
        <p:txBody>
          <a:bodyPr/>
          <a:lstStyle/>
          <a:p>
            <a:endParaRPr lang="en-IL"/>
          </a:p>
        </p:txBody>
      </p:sp>
      <p:sp>
        <p:nvSpPr>
          <p:cNvPr id="6" name="Footer Placeholder 5">
            <a:extLst>
              <a:ext uri="{FF2B5EF4-FFF2-40B4-BE49-F238E27FC236}">
                <a16:creationId xmlns:a16="http://schemas.microsoft.com/office/drawing/2014/main" id="{96435441-70A6-49F5-B15F-296FA21ECAD7}"/>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29F526B8-8C8B-4AFC-8A67-31382FBE4F4B}"/>
              </a:ext>
            </a:extLst>
          </p:cNvPr>
          <p:cNvSpPr>
            <a:spLocks noGrp="1"/>
          </p:cNvSpPr>
          <p:nvPr>
            <p:ph type="sldNum" sz="quarter" idx="12"/>
          </p:nvPr>
        </p:nvSpPr>
        <p:spPr/>
        <p:txBody>
          <a:bodyPr/>
          <a:lstStyle/>
          <a:p>
            <a:fld id="{5DDF441E-0272-4278-B0FE-388D664C89C5}" type="slidenum">
              <a:rPr lang="en-IL" smtClean="0"/>
              <a:t>‹#›</a:t>
            </a:fld>
            <a:endParaRPr lang="en-IL"/>
          </a:p>
        </p:txBody>
      </p:sp>
    </p:spTree>
    <p:extLst>
      <p:ext uri="{BB962C8B-B14F-4D97-AF65-F5344CB8AC3E}">
        <p14:creationId xmlns:p14="http://schemas.microsoft.com/office/powerpoint/2010/main" val="340048130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80F911-921C-4D7D-876D-6A314C2E5C52}"/>
              </a:ext>
            </a:extLst>
          </p:cNvPr>
          <p:cNvSpPr>
            <a:spLocks noGrp="1"/>
          </p:cNvSpPr>
          <p:nvPr>
            <p:ph type="title"/>
          </p:nvPr>
        </p:nvSpPr>
        <p:spPr/>
        <p:txBody>
          <a:bodyPr/>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500336D9-2065-4E32-BF3B-FDB10C87299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AACAA177-F7AE-42FA-93A6-91600C650D44}"/>
              </a:ext>
            </a:extLst>
          </p:cNvPr>
          <p:cNvSpPr>
            <a:spLocks noGrp="1"/>
          </p:cNvSpPr>
          <p:nvPr>
            <p:ph type="dt" sz="half" idx="10"/>
          </p:nvPr>
        </p:nvSpPr>
        <p:spPr/>
        <p:txBody>
          <a:bodyPr/>
          <a:lstStyle/>
          <a:p>
            <a:endParaRPr lang="en-IL"/>
          </a:p>
        </p:txBody>
      </p:sp>
      <p:sp>
        <p:nvSpPr>
          <p:cNvPr id="5" name="Footer Placeholder 4">
            <a:extLst>
              <a:ext uri="{FF2B5EF4-FFF2-40B4-BE49-F238E27FC236}">
                <a16:creationId xmlns:a16="http://schemas.microsoft.com/office/drawing/2014/main" id="{1604A1E3-8E9A-408D-89CB-6AE66B79EA44}"/>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FDBC326D-C98B-4C5B-9E55-ABA521E63AD1}"/>
              </a:ext>
            </a:extLst>
          </p:cNvPr>
          <p:cNvSpPr>
            <a:spLocks noGrp="1"/>
          </p:cNvSpPr>
          <p:nvPr>
            <p:ph type="sldNum" sz="quarter" idx="12"/>
          </p:nvPr>
        </p:nvSpPr>
        <p:spPr/>
        <p:txBody>
          <a:bodyPr/>
          <a:lstStyle/>
          <a:p>
            <a:fld id="{5DDF441E-0272-4278-B0FE-388D664C89C5}" type="slidenum">
              <a:rPr lang="en-IL" smtClean="0"/>
              <a:t>‹#›</a:t>
            </a:fld>
            <a:endParaRPr lang="en-IL"/>
          </a:p>
        </p:txBody>
      </p:sp>
    </p:spTree>
    <p:extLst>
      <p:ext uri="{BB962C8B-B14F-4D97-AF65-F5344CB8AC3E}">
        <p14:creationId xmlns:p14="http://schemas.microsoft.com/office/powerpoint/2010/main" val="140420381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46716BD-2BE0-49A0-A81E-5C2412471DF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572C99F4-B0A1-411C-96FE-39C0E30B969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1062BBFF-B4DA-45BE-ADFD-139C0B6549F9}"/>
              </a:ext>
            </a:extLst>
          </p:cNvPr>
          <p:cNvSpPr>
            <a:spLocks noGrp="1"/>
          </p:cNvSpPr>
          <p:nvPr>
            <p:ph type="dt" sz="half" idx="10"/>
          </p:nvPr>
        </p:nvSpPr>
        <p:spPr/>
        <p:txBody>
          <a:bodyPr/>
          <a:lstStyle/>
          <a:p>
            <a:endParaRPr lang="en-IL"/>
          </a:p>
        </p:txBody>
      </p:sp>
      <p:sp>
        <p:nvSpPr>
          <p:cNvPr id="5" name="Footer Placeholder 4">
            <a:extLst>
              <a:ext uri="{FF2B5EF4-FFF2-40B4-BE49-F238E27FC236}">
                <a16:creationId xmlns:a16="http://schemas.microsoft.com/office/drawing/2014/main" id="{1FAD441D-FC47-440E-884B-73046D15A2AF}"/>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45ADDF3B-2EB5-4F6A-9D95-B1FDBFD685E8}"/>
              </a:ext>
            </a:extLst>
          </p:cNvPr>
          <p:cNvSpPr>
            <a:spLocks noGrp="1"/>
          </p:cNvSpPr>
          <p:nvPr>
            <p:ph type="sldNum" sz="quarter" idx="12"/>
          </p:nvPr>
        </p:nvSpPr>
        <p:spPr/>
        <p:txBody>
          <a:bodyPr/>
          <a:lstStyle/>
          <a:p>
            <a:fld id="{5DDF441E-0272-4278-B0FE-388D664C89C5}" type="slidenum">
              <a:rPr lang="en-IL" smtClean="0"/>
              <a:t>‹#›</a:t>
            </a:fld>
            <a:endParaRPr lang="en-IL"/>
          </a:p>
        </p:txBody>
      </p:sp>
    </p:spTree>
    <p:extLst>
      <p:ext uri="{BB962C8B-B14F-4D97-AF65-F5344CB8AC3E}">
        <p14:creationId xmlns:p14="http://schemas.microsoft.com/office/powerpoint/2010/main" val="33233053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1299AD8-971B-41FC-83A6-669BEFF447EF}" type="slidenum">
              <a:rPr lang="en-US" smtClean="0"/>
              <a:t>‹#›</a:t>
            </a:fld>
            <a:endParaRPr lang="en-US"/>
          </a:p>
        </p:txBody>
      </p:sp>
    </p:spTree>
    <p:extLst>
      <p:ext uri="{BB962C8B-B14F-4D97-AF65-F5344CB8AC3E}">
        <p14:creationId xmlns:p14="http://schemas.microsoft.com/office/powerpoint/2010/main" val="15402338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58C6D81-66FA-4684-A410-E0C1A377FC7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L"/>
          </a:p>
        </p:txBody>
      </p:sp>
      <p:sp>
        <p:nvSpPr>
          <p:cNvPr id="3" name="Text Placeholder 2">
            <a:extLst>
              <a:ext uri="{FF2B5EF4-FFF2-40B4-BE49-F238E27FC236}">
                <a16:creationId xmlns:a16="http://schemas.microsoft.com/office/drawing/2014/main" id="{ACC6F91F-2329-480F-8116-294B287A0D4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980315E6-F436-466C-BCA3-C28883B7386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IL"/>
          </a:p>
        </p:txBody>
      </p:sp>
      <p:sp>
        <p:nvSpPr>
          <p:cNvPr id="5" name="Footer Placeholder 4">
            <a:extLst>
              <a:ext uri="{FF2B5EF4-FFF2-40B4-BE49-F238E27FC236}">
                <a16:creationId xmlns:a16="http://schemas.microsoft.com/office/drawing/2014/main" id="{ABFCAF26-036E-431F-BF1B-899CB48F220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L"/>
          </a:p>
        </p:txBody>
      </p:sp>
      <p:sp>
        <p:nvSpPr>
          <p:cNvPr id="6" name="Slide Number Placeholder 5">
            <a:extLst>
              <a:ext uri="{FF2B5EF4-FFF2-40B4-BE49-F238E27FC236}">
                <a16:creationId xmlns:a16="http://schemas.microsoft.com/office/drawing/2014/main" id="{A6C5C5B3-1759-4138-9FDF-4A7CDE52D6F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DDF441E-0272-4278-B0FE-388D664C89C5}" type="slidenum">
              <a:rPr lang="en-IL" smtClean="0"/>
              <a:t>‹#›</a:t>
            </a:fld>
            <a:endParaRPr lang="en-IL"/>
          </a:p>
        </p:txBody>
      </p:sp>
    </p:spTree>
    <p:extLst>
      <p:ext uri="{BB962C8B-B14F-4D97-AF65-F5344CB8AC3E}">
        <p14:creationId xmlns:p14="http://schemas.microsoft.com/office/powerpoint/2010/main" val="3413557009"/>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microsoft.com/office/2018/10/relationships/comments" Target="../comments/modernComment_1DC_1E954EE5.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2.xml.rels><?xml version="1.0" encoding="UTF-8" standalone="yes"?>
<Relationships xmlns="http://schemas.openxmlformats.org/package/2006/relationships"><Relationship Id="rId3" Type="http://schemas.microsoft.com/office/2018/10/relationships/comments" Target="../comments/modernComment_1DA_3071293A.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jpe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microsoft.com/office/2018/10/relationships/comments" Target="../comments/modernComment_1DE_E6731E29.xml"/><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4.jpe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microsoft.com/office/2018/10/relationships/comments" Target="../comments/modernComment_1E0_EAB86A0.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4.jpeg"/><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microsoft.com/office/2018/10/relationships/comments" Target="../comments/modernComment_1E3_F69DC7A8.xml"/><Relationship Id="rId1" Type="http://schemas.openxmlformats.org/officeDocument/2006/relationships/slideLayout" Target="../slideLayouts/slideLayout6.xml"/><Relationship Id="rId4" Type="http://schemas.openxmlformats.org/officeDocument/2006/relationships/image" Target="../media/image4.jpeg"/></Relationships>
</file>

<file path=ppt/slides/_rels/slide6.xml.rels><?xml version="1.0" encoding="UTF-8" standalone="yes"?>
<Relationships xmlns="http://schemas.openxmlformats.org/package/2006/relationships"><Relationship Id="rId3" Type="http://schemas.microsoft.com/office/2018/10/relationships/comments" Target="../comments/modernComment_1E2_C4A6A148.xml"/><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4.jpe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microsoft.com/office/2018/10/relationships/comments" Target="../comments/modernComment_1E1_D3FE5CD9.xml"/><Relationship Id="rId2" Type="http://schemas.openxmlformats.org/officeDocument/2006/relationships/notesSlide" Target="../notesSlides/notesSlide5.xml"/><Relationship Id="rId1" Type="http://schemas.openxmlformats.org/officeDocument/2006/relationships/slideLayout" Target="../slideLayouts/slideLayout6.xml"/><Relationship Id="rId5" Type="http://schemas.openxmlformats.org/officeDocument/2006/relationships/image" Target="../media/image4.jpe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8" Type="http://schemas.microsoft.com/office/2007/relationships/diagramDrawing" Target="../diagrams/drawing1.xml"/><Relationship Id="rId3" Type="http://schemas.microsoft.com/office/2018/10/relationships/comments" Target="../comments/modernComment_1E4_B0624179.xml"/><Relationship Id="rId7" Type="http://schemas.openxmlformats.org/officeDocument/2006/relationships/diagramColors" Target="../diagrams/colors1.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 Id="rId9" Type="http://schemas.openxmlformats.org/officeDocument/2006/relationships/image" Target="../media/image4.jpeg"/></Relationships>
</file>

<file path=ppt/slides/_rels/slide9.xml.rels><?xml version="1.0" encoding="UTF-8" standalone="yes"?>
<Relationships xmlns="http://schemas.openxmlformats.org/package/2006/relationships"><Relationship Id="rId3" Type="http://schemas.microsoft.com/office/2018/10/relationships/comments" Target="../comments/modernComment_1E5_754E92DA.xml"/><Relationship Id="rId2" Type="http://schemas.openxmlformats.org/officeDocument/2006/relationships/notesSlide" Target="../notesSlides/notesSlide7.xml"/><Relationship Id="rId1" Type="http://schemas.openxmlformats.org/officeDocument/2006/relationships/slideLayout" Target="../slideLayouts/slideLayout6.xml"/><Relationship Id="rId5" Type="http://schemas.openxmlformats.org/officeDocument/2006/relationships/image" Target="../media/image4.jpe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microsoft.com/office/2018/10/relationships/comments" Target="../comments/modernComment_1E6_3C1C6A2D.xml"/><Relationship Id="rId2" Type="http://schemas.openxmlformats.org/officeDocument/2006/relationships/notesSlide" Target="../notesSlides/notesSlide8.xml"/><Relationship Id="rId1" Type="http://schemas.openxmlformats.org/officeDocument/2006/relationships/slideLayout" Target="../slideLayouts/slideLayout6.xml"/><Relationship Id="rId5" Type="http://schemas.openxmlformats.org/officeDocument/2006/relationships/image" Target="../media/image4.jpeg"/><Relationship Id="rId4"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9C6FA6-40CE-FAC0-0D77-BAD840D16395}"/>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DB8B987-63F5-ACEE-BE1F-BB362BFF0D63}"/>
              </a:ext>
            </a:extLst>
          </p:cNvPr>
          <p:cNvSpPr>
            <a:spLocks noGrp="1"/>
          </p:cNvSpPr>
          <p:nvPr>
            <p:ph type="sldNum" sz="quarter" idx="12"/>
          </p:nvPr>
        </p:nvSpPr>
        <p:spPr/>
        <p:txBody>
          <a:bodyPr/>
          <a:lstStyle/>
          <a:p>
            <a:fld id="{21299AD8-971B-41FC-83A6-669BEFF447EF}" type="slidenum">
              <a:rPr lang="en-US" smtClean="0"/>
              <a:t>1</a:t>
            </a:fld>
            <a:endParaRPr lang="en-US"/>
          </a:p>
        </p:txBody>
      </p:sp>
      <p:pic>
        <p:nvPicPr>
          <p:cNvPr id="3" name="Picture 2" descr="A screenshot of a web page&#10;&#10;AI-generated content may be incorrect.">
            <a:extLst>
              <a:ext uri="{FF2B5EF4-FFF2-40B4-BE49-F238E27FC236}">
                <a16:creationId xmlns:a16="http://schemas.microsoft.com/office/drawing/2014/main" id="{2BFF2DB1-8D35-A315-4D40-EFFFF34700D5}"/>
              </a:ext>
            </a:extLst>
          </p:cNvPr>
          <p:cNvPicPr>
            <a:picLocks noChangeAspect="1"/>
          </p:cNvPicPr>
          <p:nvPr/>
        </p:nvPicPr>
        <p:blipFill>
          <a:blip r:embed="rId3"/>
          <a:stretch>
            <a:fillRect/>
          </a:stretch>
        </p:blipFill>
        <p:spPr>
          <a:xfrm>
            <a:off x="0" y="767945"/>
            <a:ext cx="12192000" cy="6107330"/>
          </a:xfrm>
          <a:prstGeom prst="rect">
            <a:avLst/>
          </a:prstGeom>
        </p:spPr>
      </p:pic>
      <p:pic>
        <p:nvPicPr>
          <p:cNvPr id="2" name="Picture 1" descr="A black and white logo&#10;&#10;AI-generated content may be incorrect.">
            <a:extLst>
              <a:ext uri="{FF2B5EF4-FFF2-40B4-BE49-F238E27FC236}">
                <a16:creationId xmlns:a16="http://schemas.microsoft.com/office/drawing/2014/main" id="{37ADF19C-7536-C901-B8EC-526EA3055C48}"/>
              </a:ext>
            </a:extLst>
          </p:cNvPr>
          <p:cNvPicPr>
            <a:picLocks noChangeAspect="1"/>
          </p:cNvPicPr>
          <p:nvPr/>
        </p:nvPicPr>
        <p:blipFill>
          <a:blip r:embed="rId4"/>
          <a:stretch>
            <a:fillRect/>
          </a:stretch>
        </p:blipFill>
        <p:spPr>
          <a:xfrm>
            <a:off x="3996914" y="2859"/>
            <a:ext cx="3819383" cy="787874"/>
          </a:xfrm>
          <a:prstGeom prst="rect">
            <a:avLst/>
          </a:prstGeom>
        </p:spPr>
      </p:pic>
    </p:spTree>
    <p:extLst>
      <p:ext uri="{BB962C8B-B14F-4D97-AF65-F5344CB8AC3E}">
        <p14:creationId xmlns:p14="http://schemas.microsoft.com/office/powerpoint/2010/main" val="513101541"/>
      </p:ext>
    </p:extLst>
  </p:cSld>
  <p:clrMapOvr>
    <a:masterClrMapping/>
  </p:clrMapOvr>
  <p:extLst>
    <p:ext uri="{6950BFC3-D8DA-4A85-94F7-54DA5524770B}">
      <p188:commentRel xmlns:p188="http://schemas.microsoft.com/office/powerpoint/2018/8/main" r:id="rId2"/>
    </p:ext>
  </p:extLs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3">
            <a:extLst>
              <a:ext uri="{FF2B5EF4-FFF2-40B4-BE49-F238E27FC236}">
                <a16:creationId xmlns:a16="http://schemas.microsoft.com/office/drawing/2014/main" id="{2400F9A2-643A-1246-0258-324D0F6E0F00}"/>
              </a:ext>
            </a:extLst>
          </p:cNvPr>
          <p:cNvSpPr>
            <a:spLocks noGrp="1"/>
          </p:cNvSpPr>
          <p:nvPr>
            <p:ph type="sldNum" sz="quarter" idx="12"/>
          </p:nvPr>
        </p:nvSpPr>
        <p:spPr>
          <a:xfrm>
            <a:off x="8610600" y="6356350"/>
            <a:ext cx="2743200" cy="365125"/>
          </a:xfrm>
        </p:spPr>
        <p:txBody>
          <a:bodyPr/>
          <a:lstStyle/>
          <a:p>
            <a:r>
              <a:rPr lang="en-US"/>
              <a:t>2</a:t>
            </a:r>
          </a:p>
        </p:txBody>
      </p:sp>
      <p:pic>
        <p:nvPicPr>
          <p:cNvPr id="4" name="Picture 3" descr="A screenshot of a computer&#10;&#10;AI-generated content may be incorrect.">
            <a:extLst>
              <a:ext uri="{FF2B5EF4-FFF2-40B4-BE49-F238E27FC236}">
                <a16:creationId xmlns:a16="http://schemas.microsoft.com/office/drawing/2014/main" id="{2F0E43F9-169D-B1D9-B7FA-28BE217AFF38}"/>
              </a:ext>
            </a:extLst>
          </p:cNvPr>
          <p:cNvPicPr>
            <a:picLocks noChangeAspect="1"/>
          </p:cNvPicPr>
          <p:nvPr/>
        </p:nvPicPr>
        <p:blipFill>
          <a:blip r:embed="rId4"/>
          <a:stretch>
            <a:fillRect/>
          </a:stretch>
        </p:blipFill>
        <p:spPr>
          <a:xfrm>
            <a:off x="0" y="803951"/>
            <a:ext cx="12192000" cy="6054430"/>
          </a:xfrm>
          <a:prstGeom prst="rect">
            <a:avLst/>
          </a:prstGeom>
        </p:spPr>
      </p:pic>
      <p:pic>
        <p:nvPicPr>
          <p:cNvPr id="7" name="Picture 6" descr="A circuit board with wires and a screen&#10;&#10;AI-generated content may be incorrect.">
            <a:extLst>
              <a:ext uri="{FF2B5EF4-FFF2-40B4-BE49-F238E27FC236}">
                <a16:creationId xmlns:a16="http://schemas.microsoft.com/office/drawing/2014/main" id="{B0D1897F-CDBF-DB84-E5BE-E3B7837CA9D2}"/>
              </a:ext>
            </a:extLst>
          </p:cNvPr>
          <p:cNvPicPr>
            <a:picLocks noChangeAspect="1"/>
          </p:cNvPicPr>
          <p:nvPr/>
        </p:nvPicPr>
        <p:blipFill>
          <a:blip r:embed="rId5"/>
          <a:srcRect l="1165" t="2260" r="777"/>
          <a:stretch>
            <a:fillRect/>
          </a:stretch>
        </p:blipFill>
        <p:spPr>
          <a:xfrm>
            <a:off x="6669120" y="2370667"/>
            <a:ext cx="5351813" cy="3654335"/>
          </a:xfrm>
          <a:prstGeom prst="rect">
            <a:avLst/>
          </a:prstGeom>
        </p:spPr>
      </p:pic>
      <p:pic>
        <p:nvPicPr>
          <p:cNvPr id="3" name="Picture 2" descr="A black and white logo&#10;&#10;AI-generated content may be incorrect.">
            <a:extLst>
              <a:ext uri="{FF2B5EF4-FFF2-40B4-BE49-F238E27FC236}">
                <a16:creationId xmlns:a16="http://schemas.microsoft.com/office/drawing/2014/main" id="{8DDCC71B-DB0C-E089-7A70-5ED8653174D6}"/>
              </a:ext>
            </a:extLst>
          </p:cNvPr>
          <p:cNvPicPr>
            <a:picLocks noChangeAspect="1"/>
          </p:cNvPicPr>
          <p:nvPr/>
        </p:nvPicPr>
        <p:blipFill>
          <a:blip r:embed="rId6"/>
          <a:stretch>
            <a:fillRect/>
          </a:stretch>
        </p:blipFill>
        <p:spPr>
          <a:xfrm>
            <a:off x="3996914" y="2859"/>
            <a:ext cx="3819383" cy="787874"/>
          </a:xfrm>
          <a:prstGeom prst="rect">
            <a:avLst/>
          </a:prstGeom>
        </p:spPr>
      </p:pic>
    </p:spTree>
    <p:extLst>
      <p:ext uri="{BB962C8B-B14F-4D97-AF65-F5344CB8AC3E}">
        <p14:creationId xmlns:p14="http://schemas.microsoft.com/office/powerpoint/2010/main" val="812722490"/>
      </p:ext>
    </p:extLst>
  </p:cSld>
  <p:clrMapOvr>
    <a:masterClrMapping/>
  </p:clrMapOvr>
  <p:extLst>
    <p:ext uri="{6950BFC3-D8DA-4A85-94F7-54DA5524770B}">
      <p188:commentRel xmlns:p188="http://schemas.microsoft.com/office/powerpoint/2018/8/main" r:id="rId3"/>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F24BDC-1220-C541-B144-67FA9F6D89E3}"/>
            </a:ext>
          </a:extLst>
        </p:cNvPr>
        <p:cNvGrpSpPr/>
        <p:nvPr/>
      </p:nvGrpSpPr>
      <p:grpSpPr>
        <a:xfrm>
          <a:off x="0" y="0"/>
          <a:ext cx="0" cy="0"/>
          <a:chOff x="0" y="0"/>
          <a:chExt cx="0" cy="0"/>
        </a:xfrm>
      </p:grpSpPr>
      <p:sp>
        <p:nvSpPr>
          <p:cNvPr id="9" name="Slide Number Placeholder 3">
            <a:extLst>
              <a:ext uri="{FF2B5EF4-FFF2-40B4-BE49-F238E27FC236}">
                <a16:creationId xmlns:a16="http://schemas.microsoft.com/office/drawing/2014/main" id="{E86059EE-56A7-2DBC-364D-BB246C542DAA}"/>
              </a:ext>
            </a:extLst>
          </p:cNvPr>
          <p:cNvSpPr>
            <a:spLocks noGrp="1"/>
          </p:cNvSpPr>
          <p:nvPr>
            <p:ph type="sldNum" sz="quarter" idx="12"/>
          </p:nvPr>
        </p:nvSpPr>
        <p:spPr>
          <a:xfrm>
            <a:off x="8610600" y="6356350"/>
            <a:ext cx="2743200" cy="365125"/>
          </a:xfrm>
        </p:spPr>
        <p:txBody>
          <a:bodyPr/>
          <a:lstStyle/>
          <a:p>
            <a:fld id="{21299AD8-971B-41FC-83A6-669BEFF447EF}" type="slidenum">
              <a:rPr lang="en-US" smtClean="0"/>
              <a:t>3</a:t>
            </a:fld>
            <a:endParaRPr lang="en-US"/>
          </a:p>
        </p:txBody>
      </p:sp>
      <p:pic>
        <p:nvPicPr>
          <p:cNvPr id="2" name="Picture 1" descr="A screenshot of a phone&#10;&#10;AI-generated content may be incorrect.">
            <a:extLst>
              <a:ext uri="{FF2B5EF4-FFF2-40B4-BE49-F238E27FC236}">
                <a16:creationId xmlns:a16="http://schemas.microsoft.com/office/drawing/2014/main" id="{E60DDD30-206A-FB64-739D-E9DA38CB6BC2}"/>
              </a:ext>
            </a:extLst>
          </p:cNvPr>
          <p:cNvPicPr>
            <a:picLocks noChangeAspect="1"/>
          </p:cNvPicPr>
          <p:nvPr/>
        </p:nvPicPr>
        <p:blipFill>
          <a:blip r:embed="rId4"/>
          <a:stretch>
            <a:fillRect/>
          </a:stretch>
        </p:blipFill>
        <p:spPr>
          <a:xfrm>
            <a:off x="0" y="806698"/>
            <a:ext cx="12192000" cy="6048936"/>
          </a:xfrm>
          <a:prstGeom prst="rect">
            <a:avLst/>
          </a:prstGeom>
        </p:spPr>
      </p:pic>
      <p:pic>
        <p:nvPicPr>
          <p:cNvPr id="4" name="Picture 3" descr="A black and white logo&#10;&#10;AI-generated content may be incorrect.">
            <a:extLst>
              <a:ext uri="{FF2B5EF4-FFF2-40B4-BE49-F238E27FC236}">
                <a16:creationId xmlns:a16="http://schemas.microsoft.com/office/drawing/2014/main" id="{DBFF387A-C88F-5CF7-CCAD-93A04791C14E}"/>
              </a:ext>
            </a:extLst>
          </p:cNvPr>
          <p:cNvPicPr>
            <a:picLocks noChangeAspect="1"/>
          </p:cNvPicPr>
          <p:nvPr/>
        </p:nvPicPr>
        <p:blipFill>
          <a:blip r:embed="rId5"/>
          <a:stretch>
            <a:fillRect/>
          </a:stretch>
        </p:blipFill>
        <p:spPr>
          <a:xfrm>
            <a:off x="3996914" y="2859"/>
            <a:ext cx="3819383" cy="787874"/>
          </a:xfrm>
          <a:prstGeom prst="rect">
            <a:avLst/>
          </a:prstGeom>
        </p:spPr>
      </p:pic>
    </p:spTree>
    <p:extLst>
      <p:ext uri="{BB962C8B-B14F-4D97-AF65-F5344CB8AC3E}">
        <p14:creationId xmlns:p14="http://schemas.microsoft.com/office/powerpoint/2010/main" val="3866304041"/>
      </p:ext>
    </p:extLst>
  </p:cSld>
  <p:clrMapOvr>
    <a:masterClrMapping/>
  </p:clrMapOvr>
  <p:extLst>
    <p:ext uri="{6950BFC3-D8DA-4A85-94F7-54DA5524770B}">
      <p188:commentRel xmlns:p188="http://schemas.microsoft.com/office/powerpoint/2018/8/main" r:id="rId3"/>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32CF35-D1B1-5AA7-5DEF-72990DC5EFB3}"/>
            </a:ext>
          </a:extLst>
        </p:cNvPr>
        <p:cNvGrpSpPr/>
        <p:nvPr/>
      </p:nvGrpSpPr>
      <p:grpSpPr>
        <a:xfrm>
          <a:off x="0" y="0"/>
          <a:ext cx="0" cy="0"/>
          <a:chOff x="0" y="0"/>
          <a:chExt cx="0" cy="0"/>
        </a:xfrm>
      </p:grpSpPr>
      <p:pic>
        <p:nvPicPr>
          <p:cNvPr id="9" name="Picture 8" descr="A screenshot of a device&#10;&#10;AI-generated content may be incorrect.">
            <a:extLst>
              <a:ext uri="{FF2B5EF4-FFF2-40B4-BE49-F238E27FC236}">
                <a16:creationId xmlns:a16="http://schemas.microsoft.com/office/drawing/2014/main" id="{2B89D2A4-E223-F05A-EDB0-910453488508}"/>
              </a:ext>
            </a:extLst>
          </p:cNvPr>
          <p:cNvPicPr>
            <a:picLocks noChangeAspect="1"/>
          </p:cNvPicPr>
          <p:nvPr/>
        </p:nvPicPr>
        <p:blipFill>
          <a:blip r:embed="rId4"/>
          <a:stretch>
            <a:fillRect/>
          </a:stretch>
        </p:blipFill>
        <p:spPr>
          <a:xfrm>
            <a:off x="0" y="711200"/>
            <a:ext cx="12192000" cy="6134100"/>
          </a:xfrm>
          <a:prstGeom prst="rect">
            <a:avLst/>
          </a:prstGeom>
        </p:spPr>
      </p:pic>
      <p:pic>
        <p:nvPicPr>
          <p:cNvPr id="2" name="Picture 1" descr="A blue line drawing of a castle&#10;&#10;AI-generated content may be incorrect.">
            <a:extLst>
              <a:ext uri="{FF2B5EF4-FFF2-40B4-BE49-F238E27FC236}">
                <a16:creationId xmlns:a16="http://schemas.microsoft.com/office/drawing/2014/main" id="{A49FCED4-E8F6-0FBF-D456-5ECE8F30834F}"/>
              </a:ext>
            </a:extLst>
          </p:cNvPr>
          <p:cNvPicPr>
            <a:picLocks noChangeAspect="1"/>
          </p:cNvPicPr>
          <p:nvPr/>
        </p:nvPicPr>
        <p:blipFill>
          <a:blip r:embed="rId5"/>
          <a:stretch>
            <a:fillRect/>
          </a:stretch>
        </p:blipFill>
        <p:spPr>
          <a:xfrm>
            <a:off x="6509368" y="2196145"/>
            <a:ext cx="5680609" cy="4185268"/>
          </a:xfrm>
          <a:prstGeom prst="rect">
            <a:avLst/>
          </a:prstGeom>
        </p:spPr>
      </p:pic>
      <p:pic>
        <p:nvPicPr>
          <p:cNvPr id="4" name="Picture 3" descr="A black and white logo&#10;&#10;AI-generated content may be incorrect.">
            <a:extLst>
              <a:ext uri="{FF2B5EF4-FFF2-40B4-BE49-F238E27FC236}">
                <a16:creationId xmlns:a16="http://schemas.microsoft.com/office/drawing/2014/main" id="{353868E2-0B5F-0C19-FD61-2129F9E3D0D9}"/>
              </a:ext>
            </a:extLst>
          </p:cNvPr>
          <p:cNvPicPr>
            <a:picLocks noChangeAspect="1"/>
          </p:cNvPicPr>
          <p:nvPr/>
        </p:nvPicPr>
        <p:blipFill>
          <a:blip r:embed="rId6"/>
          <a:stretch>
            <a:fillRect/>
          </a:stretch>
        </p:blipFill>
        <p:spPr>
          <a:xfrm>
            <a:off x="3996914" y="2859"/>
            <a:ext cx="3819383" cy="787874"/>
          </a:xfrm>
          <a:prstGeom prst="rect">
            <a:avLst/>
          </a:prstGeom>
        </p:spPr>
      </p:pic>
    </p:spTree>
    <p:extLst>
      <p:ext uri="{BB962C8B-B14F-4D97-AF65-F5344CB8AC3E}">
        <p14:creationId xmlns:p14="http://schemas.microsoft.com/office/powerpoint/2010/main" val="246122144"/>
      </p:ext>
    </p:extLst>
  </p:cSld>
  <p:clrMapOvr>
    <a:masterClrMapping/>
  </p:clrMapOvr>
  <p:extLst>
    <p:ext uri="{6950BFC3-D8DA-4A85-94F7-54DA5524770B}">
      <p188:commentRel xmlns:p188="http://schemas.microsoft.com/office/powerpoint/2018/8/main" r:id="rId3"/>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174D99-9EE6-8DBF-C756-78557B213416}"/>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72383D15-A9A1-AE9B-4063-5A1DC56E6FA2}"/>
              </a:ext>
            </a:extLst>
          </p:cNvPr>
          <p:cNvSpPr>
            <a:spLocks noGrp="1"/>
          </p:cNvSpPr>
          <p:nvPr>
            <p:ph type="title"/>
          </p:nvPr>
        </p:nvSpPr>
        <p:spPr>
          <a:xfrm>
            <a:off x="610737" y="797304"/>
            <a:ext cx="10515600" cy="1325563"/>
          </a:xfrm>
        </p:spPr>
        <p:txBody>
          <a:bodyPr>
            <a:normAutofit/>
          </a:bodyPr>
          <a:lstStyle/>
          <a:p>
            <a:pPr algn="ctr"/>
            <a:r>
              <a:rPr lang="en-IL" sz="3200" b="1">
                <a:latin typeface="+mn-lt"/>
              </a:rPr>
              <a:t>Block Diagram</a:t>
            </a:r>
          </a:p>
        </p:txBody>
      </p:sp>
      <p:sp>
        <p:nvSpPr>
          <p:cNvPr id="10" name="Slide Number Placeholder 3">
            <a:extLst>
              <a:ext uri="{FF2B5EF4-FFF2-40B4-BE49-F238E27FC236}">
                <a16:creationId xmlns:a16="http://schemas.microsoft.com/office/drawing/2014/main" id="{E2D31CA8-B3FE-720A-E1BC-4B4B1D9D3B82}"/>
              </a:ext>
            </a:extLst>
          </p:cNvPr>
          <p:cNvSpPr>
            <a:spLocks noGrp="1"/>
          </p:cNvSpPr>
          <p:nvPr>
            <p:ph type="sldNum" sz="quarter" idx="12"/>
          </p:nvPr>
        </p:nvSpPr>
        <p:spPr/>
        <p:txBody>
          <a:bodyPr/>
          <a:lstStyle/>
          <a:p>
            <a:fld id="{21299AD8-971B-41FC-83A6-669BEFF447EF}" type="slidenum">
              <a:rPr lang="en-US" smtClean="0"/>
              <a:t>5</a:t>
            </a:fld>
            <a:endParaRPr lang="en-US"/>
          </a:p>
        </p:txBody>
      </p:sp>
      <p:pic>
        <p:nvPicPr>
          <p:cNvPr id="2" name="Picture 1">
            <a:extLst>
              <a:ext uri="{FF2B5EF4-FFF2-40B4-BE49-F238E27FC236}">
                <a16:creationId xmlns:a16="http://schemas.microsoft.com/office/drawing/2014/main" id="{33A6A641-71FE-36CB-6836-81022FB93C17}"/>
              </a:ext>
            </a:extLst>
          </p:cNvPr>
          <p:cNvPicPr>
            <a:picLocks noChangeAspect="1"/>
          </p:cNvPicPr>
          <p:nvPr/>
        </p:nvPicPr>
        <p:blipFill>
          <a:blip r:embed="rId3"/>
          <a:stretch>
            <a:fillRect/>
          </a:stretch>
        </p:blipFill>
        <p:spPr>
          <a:xfrm>
            <a:off x="1815084" y="2426884"/>
            <a:ext cx="6441141" cy="3939989"/>
          </a:xfrm>
          <a:prstGeom prst="rect">
            <a:avLst/>
          </a:prstGeom>
        </p:spPr>
      </p:pic>
      <p:sp>
        <p:nvSpPr>
          <p:cNvPr id="3" name="Rectangle 2">
            <a:extLst>
              <a:ext uri="{FF2B5EF4-FFF2-40B4-BE49-F238E27FC236}">
                <a16:creationId xmlns:a16="http://schemas.microsoft.com/office/drawing/2014/main" id="{B461765E-FAB5-03F9-70FB-FEDC33E2F114}"/>
              </a:ext>
            </a:extLst>
          </p:cNvPr>
          <p:cNvSpPr/>
          <p:nvPr/>
        </p:nvSpPr>
        <p:spPr>
          <a:xfrm>
            <a:off x="9047393" y="2488466"/>
            <a:ext cx="2070847" cy="18288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5" name="TextBox 4">
            <a:extLst>
              <a:ext uri="{FF2B5EF4-FFF2-40B4-BE49-F238E27FC236}">
                <a16:creationId xmlns:a16="http://schemas.microsoft.com/office/drawing/2014/main" id="{6686E09F-8679-1BDB-3DA3-97E9EB581A45}"/>
              </a:ext>
            </a:extLst>
          </p:cNvPr>
          <p:cNvSpPr txBox="1"/>
          <p:nvPr/>
        </p:nvSpPr>
        <p:spPr>
          <a:xfrm>
            <a:off x="9167281" y="3018145"/>
            <a:ext cx="1441044" cy="769441"/>
          </a:xfrm>
          <a:prstGeom prst="rect">
            <a:avLst/>
          </a:prstGeom>
          <a:noFill/>
        </p:spPr>
        <p:txBody>
          <a:bodyPr wrap="square" rtlCol="0">
            <a:spAutoFit/>
          </a:bodyPr>
          <a:lstStyle/>
          <a:p>
            <a:r>
              <a:rPr lang="en-IL" sz="4400"/>
              <a:t>FPGA</a:t>
            </a:r>
          </a:p>
        </p:txBody>
      </p:sp>
      <p:sp>
        <p:nvSpPr>
          <p:cNvPr id="17" name="Arc 16">
            <a:extLst>
              <a:ext uri="{FF2B5EF4-FFF2-40B4-BE49-F238E27FC236}">
                <a16:creationId xmlns:a16="http://schemas.microsoft.com/office/drawing/2014/main" id="{7FF8B3D8-4876-BF55-31ED-877DFB42B6DA}"/>
              </a:ext>
            </a:extLst>
          </p:cNvPr>
          <p:cNvSpPr/>
          <p:nvPr/>
        </p:nvSpPr>
        <p:spPr>
          <a:xfrm>
            <a:off x="1392607" y="2043686"/>
            <a:ext cx="8495196" cy="941294"/>
          </a:xfrm>
          <a:prstGeom prst="arc">
            <a:avLst>
              <a:gd name="adj1" fmla="val 10586624"/>
              <a:gd name="adj2" fmla="val 21567378"/>
            </a:avLst>
          </a:prstGeom>
          <a:ln w="28575"/>
        </p:spPr>
        <p:style>
          <a:lnRef idx="1">
            <a:schemeClr val="dk1"/>
          </a:lnRef>
          <a:fillRef idx="0">
            <a:schemeClr val="dk1"/>
          </a:fillRef>
          <a:effectRef idx="0">
            <a:schemeClr val="dk1"/>
          </a:effectRef>
          <a:fontRef idx="minor">
            <a:schemeClr val="tx1"/>
          </a:fontRef>
        </p:style>
        <p:txBody>
          <a:bodyPr rtlCol="0" anchor="ctr"/>
          <a:lstStyle/>
          <a:p>
            <a:pPr algn="ctr"/>
            <a:endParaRPr lang="en-IL"/>
          </a:p>
        </p:txBody>
      </p:sp>
      <p:pic>
        <p:nvPicPr>
          <p:cNvPr id="6" name="Picture 5" descr="A black and white logo&#10;&#10;AI-generated content may be incorrect.">
            <a:extLst>
              <a:ext uri="{FF2B5EF4-FFF2-40B4-BE49-F238E27FC236}">
                <a16:creationId xmlns:a16="http://schemas.microsoft.com/office/drawing/2014/main" id="{9AF30FD6-DCD8-A704-9799-9742098FBB00}"/>
              </a:ext>
            </a:extLst>
          </p:cNvPr>
          <p:cNvPicPr>
            <a:picLocks noChangeAspect="1"/>
          </p:cNvPicPr>
          <p:nvPr/>
        </p:nvPicPr>
        <p:blipFill>
          <a:blip r:embed="rId4"/>
          <a:stretch>
            <a:fillRect/>
          </a:stretch>
        </p:blipFill>
        <p:spPr>
          <a:xfrm>
            <a:off x="3996914" y="2859"/>
            <a:ext cx="3819383" cy="787874"/>
          </a:xfrm>
          <a:prstGeom prst="rect">
            <a:avLst/>
          </a:prstGeom>
        </p:spPr>
      </p:pic>
    </p:spTree>
    <p:extLst>
      <p:ext uri="{BB962C8B-B14F-4D97-AF65-F5344CB8AC3E}">
        <p14:creationId xmlns:p14="http://schemas.microsoft.com/office/powerpoint/2010/main" val="4137535400"/>
      </p:ext>
    </p:extLst>
  </p:cSld>
  <p:clrMapOvr>
    <a:masterClrMapping/>
  </p:clrMapOvr>
  <p:extLst>
    <p:ext uri="{6950BFC3-D8DA-4A85-94F7-54DA5524770B}">
      <p188:commentRel xmlns:p188="http://schemas.microsoft.com/office/powerpoint/2018/8/main" r:id="rId2"/>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AEADA6-5C16-5708-2550-1114EB8FCC21}"/>
            </a:ext>
          </a:extLst>
        </p:cNvPr>
        <p:cNvGrpSpPr/>
        <p:nvPr/>
      </p:nvGrpSpPr>
      <p:grpSpPr>
        <a:xfrm>
          <a:off x="0" y="0"/>
          <a:ext cx="0" cy="0"/>
          <a:chOff x="0" y="0"/>
          <a:chExt cx="0" cy="0"/>
        </a:xfrm>
      </p:grpSpPr>
      <p:sp>
        <p:nvSpPr>
          <p:cNvPr id="10" name="Slide Number Placeholder 3">
            <a:extLst>
              <a:ext uri="{FF2B5EF4-FFF2-40B4-BE49-F238E27FC236}">
                <a16:creationId xmlns:a16="http://schemas.microsoft.com/office/drawing/2014/main" id="{C81EAB9E-3CAA-7641-BEFE-F55179D7C45A}"/>
              </a:ext>
            </a:extLst>
          </p:cNvPr>
          <p:cNvSpPr>
            <a:spLocks noGrp="1"/>
          </p:cNvSpPr>
          <p:nvPr>
            <p:ph type="sldNum" sz="quarter" idx="12"/>
          </p:nvPr>
        </p:nvSpPr>
        <p:spPr/>
        <p:txBody>
          <a:bodyPr/>
          <a:lstStyle/>
          <a:p>
            <a:fld id="{21299AD8-971B-41FC-83A6-669BEFF447EF}" type="slidenum">
              <a:rPr lang="en-US" smtClean="0"/>
              <a:t>6</a:t>
            </a:fld>
            <a:endParaRPr lang="en-US"/>
          </a:p>
        </p:txBody>
      </p:sp>
      <p:pic>
        <p:nvPicPr>
          <p:cNvPr id="2" name="Picture 1" descr="A screenshot of a computer&#10;&#10;AI-generated content may be incorrect.">
            <a:extLst>
              <a:ext uri="{FF2B5EF4-FFF2-40B4-BE49-F238E27FC236}">
                <a16:creationId xmlns:a16="http://schemas.microsoft.com/office/drawing/2014/main" id="{FBF8DA83-3FD2-9114-3069-60C595C15BE4}"/>
              </a:ext>
            </a:extLst>
          </p:cNvPr>
          <p:cNvPicPr>
            <a:picLocks noChangeAspect="1"/>
          </p:cNvPicPr>
          <p:nvPr/>
        </p:nvPicPr>
        <p:blipFill>
          <a:blip r:embed="rId4"/>
          <a:stretch>
            <a:fillRect/>
          </a:stretch>
        </p:blipFill>
        <p:spPr>
          <a:xfrm>
            <a:off x="0" y="788801"/>
            <a:ext cx="12192000" cy="6063563"/>
          </a:xfrm>
          <a:prstGeom prst="rect">
            <a:avLst/>
          </a:prstGeom>
        </p:spPr>
      </p:pic>
      <p:pic>
        <p:nvPicPr>
          <p:cNvPr id="6" name="Picture 5" descr="A black and white logo&#10;&#10;AI-generated content may be incorrect.">
            <a:extLst>
              <a:ext uri="{FF2B5EF4-FFF2-40B4-BE49-F238E27FC236}">
                <a16:creationId xmlns:a16="http://schemas.microsoft.com/office/drawing/2014/main" id="{81D6DF56-BDAC-7D28-53A1-372D6AD10B74}"/>
              </a:ext>
            </a:extLst>
          </p:cNvPr>
          <p:cNvPicPr>
            <a:picLocks noChangeAspect="1"/>
          </p:cNvPicPr>
          <p:nvPr/>
        </p:nvPicPr>
        <p:blipFill>
          <a:blip r:embed="rId5"/>
          <a:stretch>
            <a:fillRect/>
          </a:stretch>
        </p:blipFill>
        <p:spPr>
          <a:xfrm>
            <a:off x="3996914" y="2859"/>
            <a:ext cx="3819383" cy="787874"/>
          </a:xfrm>
          <a:prstGeom prst="rect">
            <a:avLst/>
          </a:prstGeom>
        </p:spPr>
      </p:pic>
    </p:spTree>
    <p:extLst>
      <p:ext uri="{BB962C8B-B14F-4D97-AF65-F5344CB8AC3E}">
        <p14:creationId xmlns:p14="http://schemas.microsoft.com/office/powerpoint/2010/main" val="3299254600"/>
      </p:ext>
    </p:extLst>
  </p:cSld>
  <p:clrMapOvr>
    <a:masterClrMapping/>
  </p:clrMapOvr>
  <p:extLst>
    <p:ext uri="{6950BFC3-D8DA-4A85-94F7-54DA5524770B}">
      <p188:commentRel xmlns:p188="http://schemas.microsoft.com/office/powerpoint/2018/8/main" r:id="rId3"/>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E1E34F-2D83-39F3-0F34-4520772EEF50}"/>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AE564668-6704-3B21-443F-0D25C8A80756}"/>
              </a:ext>
            </a:extLst>
          </p:cNvPr>
          <p:cNvSpPr>
            <a:spLocks noGrp="1"/>
          </p:cNvSpPr>
          <p:nvPr>
            <p:ph type="title"/>
          </p:nvPr>
        </p:nvSpPr>
        <p:spPr>
          <a:xfrm>
            <a:off x="838200" y="629708"/>
            <a:ext cx="10515600" cy="1325563"/>
          </a:xfrm>
        </p:spPr>
        <p:txBody>
          <a:bodyPr>
            <a:normAutofit/>
          </a:bodyPr>
          <a:lstStyle/>
          <a:p>
            <a:pPr algn="ctr"/>
            <a:r>
              <a:rPr lang="en-US" sz="3200" b="1">
                <a:latin typeface="+mn-lt"/>
              </a:rPr>
              <a:t>Example of functional chip analysi</a:t>
            </a:r>
            <a:r>
              <a:rPr lang="en-US" sz="3200" b="1">
                <a:latin typeface="+mn-lt"/>
                <a:ea typeface="Calibri"/>
                <a:cs typeface="Calibri"/>
              </a:rPr>
              <a:t>s</a:t>
            </a:r>
            <a:r>
              <a:rPr lang="en-US" sz="3200" b="1">
                <a:latin typeface="+mn-lt"/>
              </a:rPr>
              <a:t> setup</a:t>
            </a:r>
            <a:endParaRPr lang="en-US" sz="3200" b="1">
              <a:latin typeface="+mn-lt"/>
              <a:ea typeface="Calibri"/>
              <a:cs typeface="Calibri"/>
            </a:endParaRPr>
          </a:p>
        </p:txBody>
      </p:sp>
      <p:sp>
        <p:nvSpPr>
          <p:cNvPr id="10" name="Slide Number Placeholder 3">
            <a:extLst>
              <a:ext uri="{FF2B5EF4-FFF2-40B4-BE49-F238E27FC236}">
                <a16:creationId xmlns:a16="http://schemas.microsoft.com/office/drawing/2014/main" id="{73732D24-2771-D6E4-89FE-B056E853CE41}"/>
              </a:ext>
            </a:extLst>
          </p:cNvPr>
          <p:cNvSpPr>
            <a:spLocks noGrp="1"/>
          </p:cNvSpPr>
          <p:nvPr>
            <p:ph type="sldNum" sz="quarter" idx="12"/>
          </p:nvPr>
        </p:nvSpPr>
        <p:spPr/>
        <p:txBody>
          <a:bodyPr/>
          <a:lstStyle/>
          <a:p>
            <a:fld id="{21299AD8-971B-41FC-83A6-669BEFF447EF}" type="slidenum">
              <a:rPr lang="en-US" smtClean="0"/>
              <a:t>7</a:t>
            </a:fld>
            <a:endParaRPr lang="en-US"/>
          </a:p>
        </p:txBody>
      </p:sp>
      <p:pic>
        <p:nvPicPr>
          <p:cNvPr id="2" name="Picture 1" descr="A diagram of a chip analysis&#10;&#10;AI-generated content may be incorrect.">
            <a:extLst>
              <a:ext uri="{FF2B5EF4-FFF2-40B4-BE49-F238E27FC236}">
                <a16:creationId xmlns:a16="http://schemas.microsoft.com/office/drawing/2014/main" id="{C52E89A9-04A3-B9E1-5F60-60534DA9D968}"/>
              </a:ext>
            </a:extLst>
          </p:cNvPr>
          <p:cNvPicPr>
            <a:picLocks noChangeAspect="1"/>
          </p:cNvPicPr>
          <p:nvPr/>
        </p:nvPicPr>
        <p:blipFill>
          <a:blip r:embed="rId4"/>
          <a:srcRect l="1067" t="9016" r="-1579" b="15084"/>
          <a:stretch>
            <a:fillRect/>
          </a:stretch>
        </p:blipFill>
        <p:spPr>
          <a:xfrm>
            <a:off x="333800" y="1530277"/>
            <a:ext cx="11533981" cy="5190650"/>
          </a:xfrm>
          <a:prstGeom prst="rect">
            <a:avLst/>
          </a:prstGeom>
        </p:spPr>
      </p:pic>
      <p:pic>
        <p:nvPicPr>
          <p:cNvPr id="4" name="Picture 3" descr="A black and white logo&#10;&#10;AI-generated content may be incorrect.">
            <a:extLst>
              <a:ext uri="{FF2B5EF4-FFF2-40B4-BE49-F238E27FC236}">
                <a16:creationId xmlns:a16="http://schemas.microsoft.com/office/drawing/2014/main" id="{E45F103D-AC47-A73F-9A86-1C2AFADD171B}"/>
              </a:ext>
            </a:extLst>
          </p:cNvPr>
          <p:cNvPicPr>
            <a:picLocks noChangeAspect="1"/>
          </p:cNvPicPr>
          <p:nvPr/>
        </p:nvPicPr>
        <p:blipFill>
          <a:blip r:embed="rId5"/>
          <a:stretch>
            <a:fillRect/>
          </a:stretch>
        </p:blipFill>
        <p:spPr>
          <a:xfrm>
            <a:off x="3996914" y="2859"/>
            <a:ext cx="3819383" cy="787874"/>
          </a:xfrm>
          <a:prstGeom prst="rect">
            <a:avLst/>
          </a:prstGeom>
        </p:spPr>
      </p:pic>
    </p:spTree>
    <p:extLst>
      <p:ext uri="{BB962C8B-B14F-4D97-AF65-F5344CB8AC3E}">
        <p14:creationId xmlns:p14="http://schemas.microsoft.com/office/powerpoint/2010/main" val="3556662489"/>
      </p:ext>
    </p:extLst>
  </p:cSld>
  <p:clrMapOvr>
    <a:masterClrMapping/>
  </p:clrMapOvr>
  <p:extLst>
    <p:ext uri="{6950BFC3-D8DA-4A85-94F7-54DA5524770B}">
      <p188:commentRel xmlns:p188="http://schemas.microsoft.com/office/powerpoint/2018/8/main" r:id="rId3"/>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A31D36-1453-69BB-CB14-A2E29E90024F}"/>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93C34402-D91C-A981-080F-43DA0A96F3AE}"/>
              </a:ext>
            </a:extLst>
          </p:cNvPr>
          <p:cNvSpPr>
            <a:spLocks noGrp="1"/>
          </p:cNvSpPr>
          <p:nvPr>
            <p:ph type="title"/>
          </p:nvPr>
        </p:nvSpPr>
        <p:spPr>
          <a:xfrm>
            <a:off x="838200" y="1047513"/>
            <a:ext cx="10515600" cy="1325563"/>
          </a:xfrm>
        </p:spPr>
        <p:txBody>
          <a:bodyPr vert="horz" lIns="91440" tIns="45720" rIns="91440" bIns="45720" rtlCol="0" anchor="ctr">
            <a:normAutofit/>
          </a:bodyPr>
          <a:lstStyle/>
          <a:p>
            <a:r>
              <a:rPr lang="en-US" b="1" kern="1200">
                <a:latin typeface="+mj-lt"/>
                <a:ea typeface="+mj-ea"/>
                <a:cs typeface="+mj-cs"/>
              </a:rPr>
              <a:t>Mid-Semester Milestone</a:t>
            </a:r>
          </a:p>
        </p:txBody>
      </p:sp>
      <p:sp>
        <p:nvSpPr>
          <p:cNvPr id="10" name="Slide Number Placeholder 3">
            <a:extLst>
              <a:ext uri="{FF2B5EF4-FFF2-40B4-BE49-F238E27FC236}">
                <a16:creationId xmlns:a16="http://schemas.microsoft.com/office/drawing/2014/main" id="{A3BB21C3-1140-1C48-A32D-AAB80A6CBF9D}"/>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21299AD8-971B-41FC-83A6-669BEFF447EF}" type="slidenum">
              <a:rPr lang="en-US" smtClean="0"/>
              <a:pPr>
                <a:spcAft>
                  <a:spcPts val="600"/>
                </a:spcAft>
              </a:pPr>
              <a:t>8</a:t>
            </a:fld>
            <a:endParaRPr lang="en-US"/>
          </a:p>
        </p:txBody>
      </p:sp>
      <p:graphicFrame>
        <p:nvGraphicFramePr>
          <p:cNvPr id="14" name="TextBox 3">
            <a:extLst>
              <a:ext uri="{FF2B5EF4-FFF2-40B4-BE49-F238E27FC236}">
                <a16:creationId xmlns:a16="http://schemas.microsoft.com/office/drawing/2014/main" id="{94BD86D4-BB51-E7B0-4FC1-BDD43F60097D}"/>
              </a:ext>
            </a:extLst>
          </p:cNvPr>
          <p:cNvGraphicFramePr/>
          <p:nvPr>
            <p:extLst>
              <p:ext uri="{D42A27DB-BD31-4B8C-83A1-F6EECF244321}">
                <p14:modId xmlns:p14="http://schemas.microsoft.com/office/powerpoint/2010/main" val="3625583593"/>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45" name="Picture 44" descr="A black and white logo&#10;&#10;AI-generated content may be incorrect.">
            <a:extLst>
              <a:ext uri="{FF2B5EF4-FFF2-40B4-BE49-F238E27FC236}">
                <a16:creationId xmlns:a16="http://schemas.microsoft.com/office/drawing/2014/main" id="{8B9ADFD8-86AB-3B63-BE92-7676054FCB3B}"/>
              </a:ext>
            </a:extLst>
          </p:cNvPr>
          <p:cNvPicPr>
            <a:picLocks noChangeAspect="1"/>
          </p:cNvPicPr>
          <p:nvPr/>
        </p:nvPicPr>
        <p:blipFill>
          <a:blip r:embed="rId9"/>
          <a:stretch>
            <a:fillRect/>
          </a:stretch>
        </p:blipFill>
        <p:spPr>
          <a:xfrm>
            <a:off x="3996914" y="2859"/>
            <a:ext cx="3819383" cy="787874"/>
          </a:xfrm>
          <a:prstGeom prst="rect">
            <a:avLst/>
          </a:prstGeom>
        </p:spPr>
      </p:pic>
    </p:spTree>
    <p:extLst>
      <p:ext uri="{BB962C8B-B14F-4D97-AF65-F5344CB8AC3E}">
        <p14:creationId xmlns:p14="http://schemas.microsoft.com/office/powerpoint/2010/main" val="2959229305"/>
      </p:ext>
    </p:extLst>
  </p:cSld>
  <p:clrMapOvr>
    <a:masterClrMapping/>
  </p:clrMapOvr>
  <p:extLst>
    <p:ext uri="{6950BFC3-D8DA-4A85-94F7-54DA5524770B}">
      <p188:commentRel xmlns:p188="http://schemas.microsoft.com/office/powerpoint/2018/8/main" r:id="rId3"/>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C6B61B-8CBD-F221-6F6D-5CD9BFB494F2}"/>
            </a:ext>
          </a:extLst>
        </p:cNvPr>
        <p:cNvGrpSpPr/>
        <p:nvPr/>
      </p:nvGrpSpPr>
      <p:grpSpPr>
        <a:xfrm>
          <a:off x="0" y="0"/>
          <a:ext cx="0" cy="0"/>
          <a:chOff x="0" y="0"/>
          <a:chExt cx="0" cy="0"/>
        </a:xfrm>
      </p:grpSpPr>
      <p:sp>
        <p:nvSpPr>
          <p:cNvPr id="10" name="Slide Number Placeholder 3">
            <a:extLst>
              <a:ext uri="{FF2B5EF4-FFF2-40B4-BE49-F238E27FC236}">
                <a16:creationId xmlns:a16="http://schemas.microsoft.com/office/drawing/2014/main" id="{D59EE8C4-5976-A31D-F2E0-40DB7177E1E7}"/>
              </a:ext>
            </a:extLst>
          </p:cNvPr>
          <p:cNvSpPr>
            <a:spLocks noGrp="1"/>
          </p:cNvSpPr>
          <p:nvPr>
            <p:ph type="sldNum" sz="quarter" idx="12"/>
          </p:nvPr>
        </p:nvSpPr>
        <p:spPr/>
        <p:txBody>
          <a:bodyPr/>
          <a:lstStyle/>
          <a:p>
            <a:fld id="{21299AD8-971B-41FC-83A6-669BEFF447EF}" type="slidenum">
              <a:rPr lang="en-US" smtClean="0"/>
              <a:t>9</a:t>
            </a:fld>
            <a:endParaRPr lang="en-US"/>
          </a:p>
        </p:txBody>
      </p:sp>
      <p:pic>
        <p:nvPicPr>
          <p:cNvPr id="3" name="Picture 2" descr="A screenshot of a computer program&#10;&#10;AI-generated content may be incorrect.">
            <a:extLst>
              <a:ext uri="{FF2B5EF4-FFF2-40B4-BE49-F238E27FC236}">
                <a16:creationId xmlns:a16="http://schemas.microsoft.com/office/drawing/2014/main" id="{D12C6E88-9BE1-EC3E-089A-5C0CF9B2D8E4}"/>
              </a:ext>
            </a:extLst>
          </p:cNvPr>
          <p:cNvPicPr>
            <a:picLocks noChangeAspect="1"/>
          </p:cNvPicPr>
          <p:nvPr/>
        </p:nvPicPr>
        <p:blipFill>
          <a:blip r:embed="rId4"/>
          <a:stretch>
            <a:fillRect/>
          </a:stretch>
        </p:blipFill>
        <p:spPr>
          <a:xfrm>
            <a:off x="0" y="747828"/>
            <a:ext cx="12192000" cy="6096884"/>
          </a:xfrm>
          <a:prstGeom prst="rect">
            <a:avLst/>
          </a:prstGeom>
        </p:spPr>
      </p:pic>
      <p:pic>
        <p:nvPicPr>
          <p:cNvPr id="11" name="Picture 10" descr="A black and white logo&#10;&#10;AI-generated content may be incorrect.">
            <a:extLst>
              <a:ext uri="{FF2B5EF4-FFF2-40B4-BE49-F238E27FC236}">
                <a16:creationId xmlns:a16="http://schemas.microsoft.com/office/drawing/2014/main" id="{08A43A3E-D4B9-6582-740F-06B314283CD8}"/>
              </a:ext>
            </a:extLst>
          </p:cNvPr>
          <p:cNvPicPr>
            <a:picLocks noChangeAspect="1"/>
          </p:cNvPicPr>
          <p:nvPr/>
        </p:nvPicPr>
        <p:blipFill>
          <a:blip r:embed="rId5"/>
          <a:stretch>
            <a:fillRect/>
          </a:stretch>
        </p:blipFill>
        <p:spPr>
          <a:xfrm>
            <a:off x="3996914" y="2859"/>
            <a:ext cx="3819383" cy="787874"/>
          </a:xfrm>
          <a:prstGeom prst="rect">
            <a:avLst/>
          </a:prstGeom>
        </p:spPr>
      </p:pic>
    </p:spTree>
    <p:extLst>
      <p:ext uri="{BB962C8B-B14F-4D97-AF65-F5344CB8AC3E}">
        <p14:creationId xmlns:p14="http://schemas.microsoft.com/office/powerpoint/2010/main" val="1968083674"/>
      </p:ext>
    </p:extLst>
  </p:cSld>
  <p:clrMapOvr>
    <a:masterClrMapping/>
  </p:clrMapOvr>
  <p:extLst>
    <p:ext uri="{6950BFC3-D8DA-4A85-94F7-54DA5524770B}">
      <p188:commentRel xmlns:p188="http://schemas.microsoft.com/office/powerpoint/2018/8/main" r:id="rId3"/>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46863EB-DDCD-5AA9-B268-5591B1303FD8}"/>
              </a:ext>
            </a:extLst>
          </p:cNvPr>
          <p:cNvSpPr>
            <a:spLocks noGrp="1"/>
          </p:cNvSpPr>
          <p:nvPr>
            <p:ph type="sldNum" sz="quarter" idx="12"/>
          </p:nvPr>
        </p:nvSpPr>
        <p:spPr/>
        <p:txBody>
          <a:bodyPr/>
          <a:lstStyle/>
          <a:p>
            <a:fld id="{21299AD8-971B-41FC-83A6-669BEFF447EF}" type="slidenum">
              <a:rPr lang="en-US" smtClean="0"/>
              <a:t>10</a:t>
            </a:fld>
            <a:endParaRPr lang="en-US"/>
          </a:p>
        </p:txBody>
      </p:sp>
      <p:pic>
        <p:nvPicPr>
          <p:cNvPr id="2" name="Picture 1" descr="A screenshot of a computer&#10;&#10;AI-generated content may be incorrect.">
            <a:extLst>
              <a:ext uri="{FF2B5EF4-FFF2-40B4-BE49-F238E27FC236}">
                <a16:creationId xmlns:a16="http://schemas.microsoft.com/office/drawing/2014/main" id="{491F883D-55F1-4F6B-93CF-3D6C178ABE93}"/>
              </a:ext>
            </a:extLst>
          </p:cNvPr>
          <p:cNvPicPr>
            <a:picLocks noChangeAspect="1"/>
          </p:cNvPicPr>
          <p:nvPr/>
        </p:nvPicPr>
        <p:blipFill>
          <a:blip r:embed="rId4"/>
          <a:srcRect t="2299" b="-349"/>
          <a:stretch>
            <a:fillRect/>
          </a:stretch>
        </p:blipFill>
        <p:spPr>
          <a:xfrm>
            <a:off x="0" y="777378"/>
            <a:ext cx="12192000" cy="6074558"/>
          </a:xfrm>
          <a:prstGeom prst="rect">
            <a:avLst/>
          </a:prstGeom>
        </p:spPr>
      </p:pic>
      <p:pic>
        <p:nvPicPr>
          <p:cNvPr id="6" name="Picture 5" descr="A black and white logo&#10;&#10;AI-generated content may be incorrect.">
            <a:extLst>
              <a:ext uri="{FF2B5EF4-FFF2-40B4-BE49-F238E27FC236}">
                <a16:creationId xmlns:a16="http://schemas.microsoft.com/office/drawing/2014/main" id="{00BF0D59-47FF-BCD5-896A-DEE7371FA7B1}"/>
              </a:ext>
            </a:extLst>
          </p:cNvPr>
          <p:cNvPicPr>
            <a:picLocks noChangeAspect="1"/>
          </p:cNvPicPr>
          <p:nvPr/>
        </p:nvPicPr>
        <p:blipFill>
          <a:blip r:embed="rId5"/>
          <a:stretch>
            <a:fillRect/>
          </a:stretch>
        </p:blipFill>
        <p:spPr>
          <a:xfrm>
            <a:off x="3996914" y="2859"/>
            <a:ext cx="3819383" cy="787874"/>
          </a:xfrm>
          <a:prstGeom prst="rect">
            <a:avLst/>
          </a:prstGeom>
        </p:spPr>
      </p:pic>
    </p:spTree>
    <p:extLst>
      <p:ext uri="{BB962C8B-B14F-4D97-AF65-F5344CB8AC3E}">
        <p14:creationId xmlns:p14="http://schemas.microsoft.com/office/powerpoint/2010/main" val="1008495149"/>
      </p:ext>
    </p:extLst>
  </p:cSld>
  <p:clrMapOvr>
    <a:masterClrMapping/>
  </p:clrMapOvr>
  <p:extLst>
    <p:ext uri="{6950BFC3-D8DA-4A85-94F7-54DA5524770B}">
      <p188:commentRel xmlns:p188="http://schemas.microsoft.com/office/powerpoint/2018/8/main" r:id="rId3"/>
    </p:ext>
  </p:extLs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D79752651F8804F853F70D8EFCD890F" ma:contentTypeVersion="18" ma:contentTypeDescription="Create a new document." ma:contentTypeScope="" ma:versionID="23eae337d8896d6afe097a837b9dc0d1">
  <xsd:schema xmlns:xsd="http://www.w3.org/2001/XMLSchema" xmlns:xs="http://www.w3.org/2001/XMLSchema" xmlns:p="http://schemas.microsoft.com/office/2006/metadata/properties" xmlns:ns1="http://schemas.microsoft.com/sharepoint/v3" xmlns:ns2="34ba8e32-dead-459b-a837-1ef289c0b6d1" xmlns:ns3="9f47adc2-9a42-47a5-94d8-1ff815753c27" targetNamespace="http://schemas.microsoft.com/office/2006/metadata/properties" ma:root="true" ma:fieldsID="aab01ed21353a89acdf6e3a5f8ee2dda" ns1:_="" ns2:_="" ns3:_="">
    <xsd:import namespace="http://schemas.microsoft.com/sharepoint/v3"/>
    <xsd:import namespace="34ba8e32-dead-459b-a837-1ef289c0b6d1"/>
    <xsd:import namespace="9f47adc2-9a42-47a5-94d8-1ff815753c27"/>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lcf76f155ced4ddcb4097134ff3c332f" minOccurs="0"/>
                <xsd:element ref="ns3:TaxCatchAll" minOccurs="0"/>
                <xsd:element ref="ns2:MediaServiceDateTaken" minOccurs="0"/>
                <xsd:element ref="ns2:MediaServiceGenerationTime" minOccurs="0"/>
                <xsd:element ref="ns2:MediaServiceEventHashCode" minOccurs="0"/>
                <xsd:element ref="ns2:MediaServiceOCR" minOccurs="0"/>
                <xsd:element ref="ns2:MediaServiceLocation" minOccurs="0"/>
                <xsd:element ref="ns2:MediaLengthInSeconds" minOccurs="0"/>
                <xsd:element ref="ns2:MediaServiceBillingMetadata"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4" nillable="true" ma:displayName="Unified Compliance Policy Properties" ma:hidden="true" ma:internalName="_ip_UnifiedCompliancePolicyProperties">
      <xsd:simpleType>
        <xsd:restriction base="dms:Note"/>
      </xsd:simpleType>
    </xsd:element>
    <xsd:element name="_ip_UnifiedCompliancePolicyUIAction" ma:index="25"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4ba8e32-dead-459b-a837-1ef289c0b6d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e3933a40-d7a1-4ae8-94a3-1b6c5b7c392e" ma:termSetId="09814cd3-568e-fe90-9814-8d621ff8fb84" ma:anchorId="fba54fb3-c3e1-fe81-a776-ca4b69148c4d" ma:open="true" ma:isKeyword="false">
      <xsd:complexType>
        <xsd:sequence>
          <xsd:element ref="pc:Terms" minOccurs="0" maxOccurs="1"/>
        </xsd:sequence>
      </xsd:complex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element name="MediaServiceLocation" ma:index="21" nillable="true" ma:displayName="Location" ma:indexed="true" ma:internalName="MediaServiceLocation"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element name="MediaServiceBillingMetadata" ma:index="23"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f47adc2-9a42-47a5-94d8-1ff815753c27"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9b6b7b6e-5c4a-4092-9da6-7c71c9c5fc7c}" ma:internalName="TaxCatchAll" ma:showField="CatchAllData" ma:web="9f47adc2-9a42-47a5-94d8-1ff815753c2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34ba8e32-dead-459b-a837-1ef289c0b6d1">
      <Terms xmlns="http://schemas.microsoft.com/office/infopath/2007/PartnerControls"/>
    </lcf76f155ced4ddcb4097134ff3c332f>
    <TaxCatchAll xmlns="9f47adc2-9a42-47a5-94d8-1ff815753c27" xsi:nil="true"/>
    <_ip_UnifiedCompliancePolicyUIAction xmlns="http://schemas.microsoft.com/sharepoint/v3" xsi:nil="true"/>
    <_ip_UnifiedCompliancePolicyProperties xmlns="http://schemas.microsoft.com/sharepoint/v3" xsi:nil="true"/>
  </documentManagement>
</p:properties>
</file>

<file path=customXml/itemProps1.xml><?xml version="1.0" encoding="utf-8"?>
<ds:datastoreItem xmlns:ds="http://schemas.openxmlformats.org/officeDocument/2006/customXml" ds:itemID="{551EC5B8-09A3-40B2-9972-918A8716BA96}"/>
</file>

<file path=customXml/itemProps2.xml><?xml version="1.0" encoding="utf-8"?>
<ds:datastoreItem xmlns:ds="http://schemas.openxmlformats.org/officeDocument/2006/customXml" ds:itemID="{C2167DA8-1BE7-40C9-8852-4540B1AAC7F1}">
  <ds:schemaRefs>
    <ds:schemaRef ds:uri="http://schemas.microsoft.com/sharepoint/v3/contenttype/forms"/>
  </ds:schemaRefs>
</ds:datastoreItem>
</file>

<file path=customXml/itemProps3.xml><?xml version="1.0" encoding="utf-8"?>
<ds:datastoreItem xmlns:ds="http://schemas.openxmlformats.org/officeDocument/2006/customXml" ds:itemID="{154C6FEC-8695-4B47-BC97-D05CA05EBE0C}">
  <ds:schemaRefs>
    <ds:schemaRef ds:uri="34ba8e32-dead-459b-a837-1ef289c0b6d1"/>
    <ds:schemaRef ds:uri="9f47adc2-9a42-47a5-94d8-1ff815753c27"/>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10</Slides>
  <Notes>8</Notes>
  <HiddenSlides>0</HiddenSlides>
  <ScaleCrop>false</ScaleCrop>
  <HeadingPairs>
    <vt:vector size="4" baseType="variant">
      <vt:variant>
        <vt:lpstr>Theme</vt:lpstr>
      </vt:variant>
      <vt:variant>
        <vt:i4>2</vt:i4>
      </vt:variant>
      <vt:variant>
        <vt:lpstr>Slide Titles</vt:lpstr>
      </vt:variant>
      <vt:variant>
        <vt:i4>10</vt:i4>
      </vt:variant>
    </vt:vector>
  </HeadingPairs>
  <TitlesOfParts>
    <vt:vector size="12" baseType="lpstr">
      <vt:lpstr>Office Theme</vt:lpstr>
      <vt:lpstr>Custom Design</vt:lpstr>
      <vt:lpstr>PowerPoint Presentation</vt:lpstr>
      <vt:lpstr>PowerPoint Presentation</vt:lpstr>
      <vt:lpstr>PowerPoint Presentation</vt:lpstr>
      <vt:lpstr>PowerPoint Presentation</vt:lpstr>
      <vt:lpstr>Block Diagram</vt:lpstr>
      <vt:lpstr>PowerPoint Presentation</vt:lpstr>
      <vt:lpstr>Example of functional chip analysis setup</vt:lpstr>
      <vt:lpstr>Mid-Semester Milestone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title>
  <dc:creator>Nimrod Peleg</dc:creator>
  <cp:revision>1</cp:revision>
  <dcterms:created xsi:type="dcterms:W3CDTF">2019-03-18T07:05:36Z</dcterms:created>
  <dcterms:modified xsi:type="dcterms:W3CDTF">2026-05-31T08:07:35Z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0x0101003D79752651F8804F853F70D8EFCD890F</vt:lpwstr>
  </property>
  <property fmtid="{D5CDD505-2E9C-101B-9397-08002B2CF9AE}" pid="3" name="MediaServiceImageTags">
    <vt:lpwstr/>
  </property>
</Properties>
</file>